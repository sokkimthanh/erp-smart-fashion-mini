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1AB856-F0BD-461F-A1C8-079181B0885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AEE4D95-9795-44DD-A441-E06F336682F3}">
      <dgm:prSet/>
      <dgm:spPr/>
      <dgm:t>
        <a:bodyPr/>
        <a:lstStyle/>
        <a:p>
          <a:r>
            <a:rPr lang="vi-VN" b="1" dirty="0"/>
            <a:t>Quản lý kích thước:</a:t>
          </a:r>
          <a:r>
            <a:rPr lang="vi-VN" dirty="0"/>
            <a:t> Sự phức tạp từ size S đến 8X.</a:t>
          </a:r>
          <a:endParaRPr lang="en-US" dirty="0"/>
        </a:p>
      </dgm:t>
    </dgm:pt>
    <dgm:pt modelId="{52E2BD52-AA59-4EB7-9763-D5D8605E0DF6}" type="parTrans" cxnId="{2D68DBC4-243D-40A2-89B3-1CD1DB31F151}">
      <dgm:prSet/>
      <dgm:spPr/>
      <dgm:t>
        <a:bodyPr/>
        <a:lstStyle/>
        <a:p>
          <a:endParaRPr lang="en-US"/>
        </a:p>
      </dgm:t>
    </dgm:pt>
    <dgm:pt modelId="{E87C56C3-50D1-47D7-B522-773EA9C74DC7}" type="sibTrans" cxnId="{2D68DBC4-243D-40A2-89B3-1CD1DB31F151}">
      <dgm:prSet/>
      <dgm:spPr/>
      <dgm:t>
        <a:bodyPr/>
        <a:lstStyle/>
        <a:p>
          <a:endParaRPr lang="en-US"/>
        </a:p>
      </dgm:t>
    </dgm:pt>
    <dgm:pt modelId="{CDBD1631-6CF8-4169-B8BD-E6426628F5C2}">
      <dgm:prSet/>
      <dgm:spPr/>
      <dgm:t>
        <a:bodyPr/>
        <a:lstStyle/>
        <a:p>
          <a:pPr>
            <a:buNone/>
          </a:pPr>
          <a:r>
            <a:rPr lang="en-US" b="1"/>
            <a:t>Đặc thù chất liệu:</a:t>
          </a:r>
          <a:r>
            <a:rPr lang="en-US"/>
            <a:t> Sự đa dạng của các loại gấm (hoa mai, chữ Thọ, trúc đào).</a:t>
          </a:r>
        </a:p>
      </dgm:t>
    </dgm:pt>
    <dgm:pt modelId="{01460EE8-9902-4F9F-BE51-D82DEAEDDAF8}" type="parTrans" cxnId="{5ECAE40A-43FD-4EFD-8B67-A99318173F54}">
      <dgm:prSet/>
      <dgm:spPr/>
      <dgm:t>
        <a:bodyPr/>
        <a:lstStyle/>
        <a:p>
          <a:endParaRPr lang="en-US"/>
        </a:p>
      </dgm:t>
    </dgm:pt>
    <dgm:pt modelId="{E80A3825-C2D4-41A9-8309-12EA27E34BBF}" type="sibTrans" cxnId="{5ECAE40A-43FD-4EFD-8B67-A99318173F54}">
      <dgm:prSet/>
      <dgm:spPr/>
      <dgm:t>
        <a:bodyPr/>
        <a:lstStyle/>
        <a:p>
          <a:endParaRPr lang="en-US"/>
        </a:p>
      </dgm:t>
    </dgm:pt>
    <dgm:pt modelId="{09341A26-9095-4F99-A06B-FFD62EA6F1C3}">
      <dgm:prSet/>
      <dgm:spPr/>
      <dgm:t>
        <a:bodyPr/>
        <a:lstStyle/>
        <a:p>
          <a:pPr>
            <a:buNone/>
          </a:pPr>
          <a:r>
            <a:rPr lang="vi-VN" b="1"/>
            <a:t>Mô hình vận hành:</a:t>
          </a:r>
          <a:r>
            <a:rPr lang="vi-VN"/>
            <a:t> Kết nối mạng lưới thợ sửa đồ phi tập trung.</a:t>
          </a:r>
        </a:p>
      </dgm:t>
    </dgm:pt>
    <dgm:pt modelId="{851C8ECE-88A1-47F8-9D6D-1A4578A36B80}" type="parTrans" cxnId="{4E73AFDF-172E-4CCC-A880-713EFE172CBA}">
      <dgm:prSet/>
      <dgm:spPr/>
      <dgm:t>
        <a:bodyPr/>
        <a:lstStyle/>
        <a:p>
          <a:endParaRPr lang="en-US"/>
        </a:p>
      </dgm:t>
    </dgm:pt>
    <dgm:pt modelId="{E5700C26-20FA-4B8C-AEC1-D2C1D9C73218}" type="sibTrans" cxnId="{4E73AFDF-172E-4CCC-A880-713EFE172CBA}">
      <dgm:prSet/>
      <dgm:spPr/>
      <dgm:t>
        <a:bodyPr/>
        <a:lstStyle/>
        <a:p>
          <a:endParaRPr lang="en-US"/>
        </a:p>
      </dgm:t>
    </dgm:pt>
    <dgm:pt modelId="{B9BD35EF-F347-4430-B85B-210AA8AB627B}">
      <dgm:prSet/>
      <dgm:spPr/>
      <dgm:t>
        <a:bodyPr/>
        <a:lstStyle/>
        <a:p>
          <a:pPr>
            <a:buNone/>
          </a:pPr>
          <a:r>
            <a:rPr lang="vi-VN" b="1"/>
            <a:t>Môi trường làm việc:</a:t>
          </a:r>
          <a:r>
            <a:rPr lang="vi-VN"/>
            <a:t> Kết nối mạng không ổn định tại kho bãi và cửa hàng truyền thống.</a:t>
          </a:r>
        </a:p>
      </dgm:t>
    </dgm:pt>
    <dgm:pt modelId="{26C69C00-BD45-446F-A65A-75ECAD438794}" type="parTrans" cxnId="{911D0D3B-70A6-4B4D-AF96-44ECDD515D7B}">
      <dgm:prSet/>
      <dgm:spPr/>
      <dgm:t>
        <a:bodyPr/>
        <a:lstStyle/>
        <a:p>
          <a:endParaRPr lang="en-US"/>
        </a:p>
      </dgm:t>
    </dgm:pt>
    <dgm:pt modelId="{94E350BF-49A3-43F8-96C7-13411EE8A053}" type="sibTrans" cxnId="{911D0D3B-70A6-4B4D-AF96-44ECDD515D7B}">
      <dgm:prSet/>
      <dgm:spPr/>
      <dgm:t>
        <a:bodyPr/>
        <a:lstStyle/>
        <a:p>
          <a:endParaRPr lang="en-US"/>
        </a:p>
      </dgm:t>
    </dgm:pt>
    <dgm:pt modelId="{E7F22FAD-DA27-4D4B-8396-CAA1A93C9B1D}" type="pres">
      <dgm:prSet presAssocID="{0B1AB856-F0BD-461F-A1C8-079181B0885B}" presName="vert0" presStyleCnt="0">
        <dgm:presLayoutVars>
          <dgm:dir/>
          <dgm:animOne val="branch"/>
          <dgm:animLvl val="lvl"/>
        </dgm:presLayoutVars>
      </dgm:prSet>
      <dgm:spPr/>
    </dgm:pt>
    <dgm:pt modelId="{C5E373D5-B219-46E9-BB3F-D70FE091E6C9}" type="pres">
      <dgm:prSet presAssocID="{EAEE4D95-9795-44DD-A441-E06F336682F3}" presName="thickLine" presStyleLbl="alignNode1" presStyleIdx="0" presStyleCnt="4"/>
      <dgm:spPr/>
    </dgm:pt>
    <dgm:pt modelId="{8EA43699-9686-4200-ABF4-6A4D8C2538B0}" type="pres">
      <dgm:prSet presAssocID="{EAEE4D95-9795-44DD-A441-E06F336682F3}" presName="horz1" presStyleCnt="0"/>
      <dgm:spPr/>
    </dgm:pt>
    <dgm:pt modelId="{613C6633-2FA9-4F4B-92A3-BE7BE9D031BD}" type="pres">
      <dgm:prSet presAssocID="{EAEE4D95-9795-44DD-A441-E06F336682F3}" presName="tx1" presStyleLbl="revTx" presStyleIdx="0" presStyleCnt="4"/>
      <dgm:spPr/>
    </dgm:pt>
    <dgm:pt modelId="{0DF8DC91-3008-4E35-944F-FE066FC5FD13}" type="pres">
      <dgm:prSet presAssocID="{EAEE4D95-9795-44DD-A441-E06F336682F3}" presName="vert1" presStyleCnt="0"/>
      <dgm:spPr/>
    </dgm:pt>
    <dgm:pt modelId="{16FA4673-63BF-4486-B7D8-F28AA1C6D552}" type="pres">
      <dgm:prSet presAssocID="{CDBD1631-6CF8-4169-B8BD-E6426628F5C2}" presName="thickLine" presStyleLbl="alignNode1" presStyleIdx="1" presStyleCnt="4"/>
      <dgm:spPr/>
    </dgm:pt>
    <dgm:pt modelId="{F26B7FCB-1B55-4754-AEB1-A3DE585706A9}" type="pres">
      <dgm:prSet presAssocID="{CDBD1631-6CF8-4169-B8BD-E6426628F5C2}" presName="horz1" presStyleCnt="0"/>
      <dgm:spPr/>
    </dgm:pt>
    <dgm:pt modelId="{1281D64C-21D0-484B-B0B9-387336A57593}" type="pres">
      <dgm:prSet presAssocID="{CDBD1631-6CF8-4169-B8BD-E6426628F5C2}" presName="tx1" presStyleLbl="revTx" presStyleIdx="1" presStyleCnt="4"/>
      <dgm:spPr/>
    </dgm:pt>
    <dgm:pt modelId="{D92B875D-6838-44C7-A92B-A512C8609397}" type="pres">
      <dgm:prSet presAssocID="{CDBD1631-6CF8-4169-B8BD-E6426628F5C2}" presName="vert1" presStyleCnt="0"/>
      <dgm:spPr/>
    </dgm:pt>
    <dgm:pt modelId="{9DC0F582-E805-447E-9D94-046AF868CB23}" type="pres">
      <dgm:prSet presAssocID="{09341A26-9095-4F99-A06B-FFD62EA6F1C3}" presName="thickLine" presStyleLbl="alignNode1" presStyleIdx="2" presStyleCnt="4"/>
      <dgm:spPr/>
    </dgm:pt>
    <dgm:pt modelId="{F21A6E68-F915-4118-AF3A-820E55A5B849}" type="pres">
      <dgm:prSet presAssocID="{09341A26-9095-4F99-A06B-FFD62EA6F1C3}" presName="horz1" presStyleCnt="0"/>
      <dgm:spPr/>
    </dgm:pt>
    <dgm:pt modelId="{B2A9B57F-0E37-4E81-BE37-A644F72CC36D}" type="pres">
      <dgm:prSet presAssocID="{09341A26-9095-4F99-A06B-FFD62EA6F1C3}" presName="tx1" presStyleLbl="revTx" presStyleIdx="2" presStyleCnt="4"/>
      <dgm:spPr/>
    </dgm:pt>
    <dgm:pt modelId="{8BA23D2C-6A6B-467C-89FD-AB59D69589BD}" type="pres">
      <dgm:prSet presAssocID="{09341A26-9095-4F99-A06B-FFD62EA6F1C3}" presName="vert1" presStyleCnt="0"/>
      <dgm:spPr/>
    </dgm:pt>
    <dgm:pt modelId="{69886F8A-5693-4BC6-8DB0-D4B488FD030A}" type="pres">
      <dgm:prSet presAssocID="{B9BD35EF-F347-4430-B85B-210AA8AB627B}" presName="thickLine" presStyleLbl="alignNode1" presStyleIdx="3" presStyleCnt="4"/>
      <dgm:spPr/>
    </dgm:pt>
    <dgm:pt modelId="{7C3180F0-9DAE-4B64-A968-2EFA34C892AD}" type="pres">
      <dgm:prSet presAssocID="{B9BD35EF-F347-4430-B85B-210AA8AB627B}" presName="horz1" presStyleCnt="0"/>
      <dgm:spPr/>
    </dgm:pt>
    <dgm:pt modelId="{BB48E51C-823D-4D54-B857-DAB9D55A187E}" type="pres">
      <dgm:prSet presAssocID="{B9BD35EF-F347-4430-B85B-210AA8AB627B}" presName="tx1" presStyleLbl="revTx" presStyleIdx="3" presStyleCnt="4"/>
      <dgm:spPr/>
    </dgm:pt>
    <dgm:pt modelId="{31A0DCE4-D5D8-4502-A5FB-302565DB88B5}" type="pres">
      <dgm:prSet presAssocID="{B9BD35EF-F347-4430-B85B-210AA8AB627B}" presName="vert1" presStyleCnt="0"/>
      <dgm:spPr/>
    </dgm:pt>
  </dgm:ptLst>
  <dgm:cxnLst>
    <dgm:cxn modelId="{5ECAE40A-43FD-4EFD-8B67-A99318173F54}" srcId="{0B1AB856-F0BD-461F-A1C8-079181B0885B}" destId="{CDBD1631-6CF8-4169-B8BD-E6426628F5C2}" srcOrd="1" destOrd="0" parTransId="{01460EE8-9902-4F9F-BE51-D82DEAEDDAF8}" sibTransId="{E80A3825-C2D4-41A9-8309-12EA27E34BBF}"/>
    <dgm:cxn modelId="{D451301B-B3D4-400D-BDD7-EF9795A12A97}" type="presOf" srcId="{B9BD35EF-F347-4430-B85B-210AA8AB627B}" destId="{BB48E51C-823D-4D54-B857-DAB9D55A187E}" srcOrd="0" destOrd="0" presId="urn:microsoft.com/office/officeart/2008/layout/LinedList"/>
    <dgm:cxn modelId="{5FA33D32-DC26-4B27-8EC8-B755D4A4E9B3}" type="presOf" srcId="{0B1AB856-F0BD-461F-A1C8-079181B0885B}" destId="{E7F22FAD-DA27-4D4B-8396-CAA1A93C9B1D}" srcOrd="0" destOrd="0" presId="urn:microsoft.com/office/officeart/2008/layout/LinedList"/>
    <dgm:cxn modelId="{911D0D3B-70A6-4B4D-AF96-44ECDD515D7B}" srcId="{0B1AB856-F0BD-461F-A1C8-079181B0885B}" destId="{B9BD35EF-F347-4430-B85B-210AA8AB627B}" srcOrd="3" destOrd="0" parTransId="{26C69C00-BD45-446F-A65A-75ECAD438794}" sibTransId="{94E350BF-49A3-43F8-96C7-13411EE8A053}"/>
    <dgm:cxn modelId="{5336667E-BBF6-4F1B-AC2D-0948D0181448}" type="presOf" srcId="{09341A26-9095-4F99-A06B-FFD62EA6F1C3}" destId="{B2A9B57F-0E37-4E81-BE37-A644F72CC36D}" srcOrd="0" destOrd="0" presId="urn:microsoft.com/office/officeart/2008/layout/LinedList"/>
    <dgm:cxn modelId="{22142190-830E-4057-A0DD-8246D6008448}" type="presOf" srcId="{EAEE4D95-9795-44DD-A441-E06F336682F3}" destId="{613C6633-2FA9-4F4B-92A3-BE7BE9D031BD}" srcOrd="0" destOrd="0" presId="urn:microsoft.com/office/officeart/2008/layout/LinedList"/>
    <dgm:cxn modelId="{2D68DBC4-243D-40A2-89B3-1CD1DB31F151}" srcId="{0B1AB856-F0BD-461F-A1C8-079181B0885B}" destId="{EAEE4D95-9795-44DD-A441-E06F336682F3}" srcOrd="0" destOrd="0" parTransId="{52E2BD52-AA59-4EB7-9763-D5D8605E0DF6}" sibTransId="{E87C56C3-50D1-47D7-B522-773EA9C74DC7}"/>
    <dgm:cxn modelId="{4E73AFDF-172E-4CCC-A880-713EFE172CBA}" srcId="{0B1AB856-F0BD-461F-A1C8-079181B0885B}" destId="{09341A26-9095-4F99-A06B-FFD62EA6F1C3}" srcOrd="2" destOrd="0" parTransId="{851C8ECE-88A1-47F8-9D6D-1A4578A36B80}" sibTransId="{E5700C26-20FA-4B8C-AEC1-D2C1D9C73218}"/>
    <dgm:cxn modelId="{98B577EC-F6A2-47C2-8745-A2CAF95A8C50}" type="presOf" srcId="{CDBD1631-6CF8-4169-B8BD-E6426628F5C2}" destId="{1281D64C-21D0-484B-B0B9-387336A57593}" srcOrd="0" destOrd="0" presId="urn:microsoft.com/office/officeart/2008/layout/LinedList"/>
    <dgm:cxn modelId="{838C4954-AA62-4F5E-B689-2824464CB30C}" type="presParOf" srcId="{E7F22FAD-DA27-4D4B-8396-CAA1A93C9B1D}" destId="{C5E373D5-B219-46E9-BB3F-D70FE091E6C9}" srcOrd="0" destOrd="0" presId="urn:microsoft.com/office/officeart/2008/layout/LinedList"/>
    <dgm:cxn modelId="{ABF5CD6A-9B57-4B7D-9C04-544694A94086}" type="presParOf" srcId="{E7F22FAD-DA27-4D4B-8396-CAA1A93C9B1D}" destId="{8EA43699-9686-4200-ABF4-6A4D8C2538B0}" srcOrd="1" destOrd="0" presId="urn:microsoft.com/office/officeart/2008/layout/LinedList"/>
    <dgm:cxn modelId="{82F75EA3-26B1-4701-B71D-C01572C2AAED}" type="presParOf" srcId="{8EA43699-9686-4200-ABF4-6A4D8C2538B0}" destId="{613C6633-2FA9-4F4B-92A3-BE7BE9D031BD}" srcOrd="0" destOrd="0" presId="urn:microsoft.com/office/officeart/2008/layout/LinedList"/>
    <dgm:cxn modelId="{05D9741C-9DFF-4FDD-B478-72E8E507F265}" type="presParOf" srcId="{8EA43699-9686-4200-ABF4-6A4D8C2538B0}" destId="{0DF8DC91-3008-4E35-944F-FE066FC5FD13}" srcOrd="1" destOrd="0" presId="urn:microsoft.com/office/officeart/2008/layout/LinedList"/>
    <dgm:cxn modelId="{6ACA09C8-7CC8-4842-AC75-23751C769193}" type="presParOf" srcId="{E7F22FAD-DA27-4D4B-8396-CAA1A93C9B1D}" destId="{16FA4673-63BF-4486-B7D8-F28AA1C6D552}" srcOrd="2" destOrd="0" presId="urn:microsoft.com/office/officeart/2008/layout/LinedList"/>
    <dgm:cxn modelId="{4D188B10-1D4E-41A9-BF16-E60182C7C81E}" type="presParOf" srcId="{E7F22FAD-DA27-4D4B-8396-CAA1A93C9B1D}" destId="{F26B7FCB-1B55-4754-AEB1-A3DE585706A9}" srcOrd="3" destOrd="0" presId="urn:microsoft.com/office/officeart/2008/layout/LinedList"/>
    <dgm:cxn modelId="{7323B014-48A5-4548-8BD6-A008123B11D0}" type="presParOf" srcId="{F26B7FCB-1B55-4754-AEB1-A3DE585706A9}" destId="{1281D64C-21D0-484B-B0B9-387336A57593}" srcOrd="0" destOrd="0" presId="urn:microsoft.com/office/officeart/2008/layout/LinedList"/>
    <dgm:cxn modelId="{F03221D8-4592-4CC7-9AE0-57B7DC2588C1}" type="presParOf" srcId="{F26B7FCB-1B55-4754-AEB1-A3DE585706A9}" destId="{D92B875D-6838-44C7-A92B-A512C8609397}" srcOrd="1" destOrd="0" presId="urn:microsoft.com/office/officeart/2008/layout/LinedList"/>
    <dgm:cxn modelId="{9AA54100-E3D8-4638-88E2-BE76A5837E89}" type="presParOf" srcId="{E7F22FAD-DA27-4D4B-8396-CAA1A93C9B1D}" destId="{9DC0F582-E805-447E-9D94-046AF868CB23}" srcOrd="4" destOrd="0" presId="urn:microsoft.com/office/officeart/2008/layout/LinedList"/>
    <dgm:cxn modelId="{49DBBBAD-4BE2-4465-91FD-FD62BA73A056}" type="presParOf" srcId="{E7F22FAD-DA27-4D4B-8396-CAA1A93C9B1D}" destId="{F21A6E68-F915-4118-AF3A-820E55A5B849}" srcOrd="5" destOrd="0" presId="urn:microsoft.com/office/officeart/2008/layout/LinedList"/>
    <dgm:cxn modelId="{481F5438-67F6-408A-9721-99649D17E632}" type="presParOf" srcId="{F21A6E68-F915-4118-AF3A-820E55A5B849}" destId="{B2A9B57F-0E37-4E81-BE37-A644F72CC36D}" srcOrd="0" destOrd="0" presId="urn:microsoft.com/office/officeart/2008/layout/LinedList"/>
    <dgm:cxn modelId="{40317C19-7633-4A53-904D-6B81C408CA97}" type="presParOf" srcId="{F21A6E68-F915-4118-AF3A-820E55A5B849}" destId="{8BA23D2C-6A6B-467C-89FD-AB59D69589BD}" srcOrd="1" destOrd="0" presId="urn:microsoft.com/office/officeart/2008/layout/LinedList"/>
    <dgm:cxn modelId="{83A65653-5770-4C52-9642-655D35FB218E}" type="presParOf" srcId="{E7F22FAD-DA27-4D4B-8396-CAA1A93C9B1D}" destId="{69886F8A-5693-4BC6-8DB0-D4B488FD030A}" srcOrd="6" destOrd="0" presId="urn:microsoft.com/office/officeart/2008/layout/LinedList"/>
    <dgm:cxn modelId="{76F55B6E-CB46-4FE8-ACE7-89A64CCD501B}" type="presParOf" srcId="{E7F22FAD-DA27-4D4B-8396-CAA1A93C9B1D}" destId="{7C3180F0-9DAE-4B64-A968-2EFA34C892AD}" srcOrd="7" destOrd="0" presId="urn:microsoft.com/office/officeart/2008/layout/LinedList"/>
    <dgm:cxn modelId="{8D6BB017-2459-46DB-8EE3-10838BA80F90}" type="presParOf" srcId="{7C3180F0-9DAE-4B64-A968-2EFA34C892AD}" destId="{BB48E51C-823D-4D54-B857-DAB9D55A187E}" srcOrd="0" destOrd="0" presId="urn:microsoft.com/office/officeart/2008/layout/LinedList"/>
    <dgm:cxn modelId="{5AD18168-3838-48D0-BCA6-4C1297107532}" type="presParOf" srcId="{7C3180F0-9DAE-4B64-A968-2EFA34C892AD}" destId="{31A0DCE4-D5D8-4502-A5FB-302565DB88B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032994-EC24-4D2C-B24C-E573CA7BE33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067A3AB-6E7F-46E4-B174-CE6D7F92FDC0}">
      <dgm:prSet/>
      <dgm:spPr/>
      <dgm:t>
        <a:bodyPr/>
        <a:lstStyle/>
        <a:p>
          <a:r>
            <a:rPr lang="en-US" b="1" i="0" baseline="0"/>
            <a:t>Kiến trúc Offline-First:</a:t>
          </a:r>
          <a:r>
            <a:rPr lang="en-US" b="0" i="0" baseline="0"/>
            <a:t> Sử dụng SQLite cho thiết bị khách và MySQL cho máy chủ trung tâm.</a:t>
          </a:r>
          <a:endParaRPr lang="en-US"/>
        </a:p>
      </dgm:t>
    </dgm:pt>
    <dgm:pt modelId="{3C814E7F-2B7B-4820-89E9-39A3A57CEB56}" type="parTrans" cxnId="{05AFD64C-5A18-4CD4-9176-85DDFC7369A6}">
      <dgm:prSet/>
      <dgm:spPr/>
      <dgm:t>
        <a:bodyPr/>
        <a:lstStyle/>
        <a:p>
          <a:endParaRPr lang="en-US"/>
        </a:p>
      </dgm:t>
    </dgm:pt>
    <dgm:pt modelId="{26D703F9-4072-41C4-B122-26D65A00360B}" type="sibTrans" cxnId="{05AFD64C-5A18-4CD4-9176-85DDFC7369A6}">
      <dgm:prSet/>
      <dgm:spPr/>
      <dgm:t>
        <a:bodyPr/>
        <a:lstStyle/>
        <a:p>
          <a:endParaRPr lang="en-US"/>
        </a:p>
      </dgm:t>
    </dgm:pt>
    <dgm:pt modelId="{B44DD899-7E19-47B1-9227-EBD9A9427594}">
      <dgm:prSet/>
      <dgm:spPr/>
      <dgm:t>
        <a:bodyPr/>
        <a:lstStyle/>
        <a:p>
          <a:r>
            <a:rPr lang="en-US" b="1" i="0" baseline="0"/>
            <a:t>Định danh phân tán:</a:t>
          </a:r>
          <a:r>
            <a:rPr lang="en-US" b="0" i="0" baseline="0"/>
            <a:t> Sử dụng UUID làm khóa chính để tránh xung đột dữ liệu khi làm việc ngoại tuyến.</a:t>
          </a:r>
          <a:endParaRPr lang="en-US"/>
        </a:p>
      </dgm:t>
    </dgm:pt>
    <dgm:pt modelId="{EC543072-53CD-47B6-9EC3-BBA5F695A23B}" type="parTrans" cxnId="{3E855043-3AE7-4E09-BA07-42012C5DE902}">
      <dgm:prSet/>
      <dgm:spPr/>
      <dgm:t>
        <a:bodyPr/>
        <a:lstStyle/>
        <a:p>
          <a:endParaRPr lang="en-US"/>
        </a:p>
      </dgm:t>
    </dgm:pt>
    <dgm:pt modelId="{797AD0C9-613D-4107-9E86-6397DEFC1351}" type="sibTrans" cxnId="{3E855043-3AE7-4E09-BA07-42012C5DE902}">
      <dgm:prSet/>
      <dgm:spPr/>
      <dgm:t>
        <a:bodyPr/>
        <a:lstStyle/>
        <a:p>
          <a:endParaRPr lang="en-US"/>
        </a:p>
      </dgm:t>
    </dgm:pt>
    <dgm:pt modelId="{0A6DFE40-22A5-417E-A0D6-DD60BBA91D2E}">
      <dgm:prSet/>
      <dgm:spPr/>
      <dgm:t>
        <a:bodyPr/>
        <a:lstStyle/>
        <a:p>
          <a:r>
            <a:rPr lang="en-US" b="1" i="0" baseline="0"/>
            <a:t>AI Vision:</a:t>
          </a:r>
          <a:r>
            <a:rPr lang="en-US" b="0" i="0" baseline="0"/>
            <a:t> Tích hợp mô hình YOLOv8 qua DJL để nhận diện loại vải và dự đoán niên đại trang phục.</a:t>
          </a:r>
          <a:endParaRPr lang="en-US"/>
        </a:p>
      </dgm:t>
    </dgm:pt>
    <dgm:pt modelId="{D6C4C29C-261D-43ED-BD2F-E0729130856A}" type="parTrans" cxnId="{F1C7F008-70E1-499B-8007-E24043469874}">
      <dgm:prSet/>
      <dgm:spPr/>
      <dgm:t>
        <a:bodyPr/>
        <a:lstStyle/>
        <a:p>
          <a:endParaRPr lang="en-US"/>
        </a:p>
      </dgm:t>
    </dgm:pt>
    <dgm:pt modelId="{0C2D1479-5B9D-4486-877A-112ACE5143AD}" type="sibTrans" cxnId="{F1C7F008-70E1-499B-8007-E24043469874}">
      <dgm:prSet/>
      <dgm:spPr/>
      <dgm:t>
        <a:bodyPr/>
        <a:lstStyle/>
        <a:p>
          <a:endParaRPr lang="en-US"/>
        </a:p>
      </dgm:t>
    </dgm:pt>
    <dgm:pt modelId="{48F6AC18-0ECC-479E-9C3A-324B4136C8A3}">
      <dgm:prSet/>
      <dgm:spPr/>
      <dgm:t>
        <a:bodyPr/>
        <a:lstStyle/>
        <a:p>
          <a:r>
            <a:rPr lang="en-US" b="1" i="0" baseline="0"/>
            <a:t>Phát triển:</a:t>
          </a:r>
          <a:r>
            <a:rPr lang="en-US" b="0" i="0" baseline="0"/>
            <a:t> Java Spring Boot trên nền tảng NetBeans IDE.</a:t>
          </a:r>
          <a:endParaRPr lang="en-US"/>
        </a:p>
      </dgm:t>
    </dgm:pt>
    <dgm:pt modelId="{704D2DFB-B9CA-4C5A-9317-BE119345D2A9}" type="parTrans" cxnId="{4A67758A-4EA3-4F3E-B303-10A6475A72A4}">
      <dgm:prSet/>
      <dgm:spPr/>
      <dgm:t>
        <a:bodyPr/>
        <a:lstStyle/>
        <a:p>
          <a:endParaRPr lang="en-US"/>
        </a:p>
      </dgm:t>
    </dgm:pt>
    <dgm:pt modelId="{4A990D5A-934F-4B06-BB57-9A2E304C2BF6}" type="sibTrans" cxnId="{4A67758A-4EA3-4F3E-B303-10A6475A72A4}">
      <dgm:prSet/>
      <dgm:spPr/>
      <dgm:t>
        <a:bodyPr/>
        <a:lstStyle/>
        <a:p>
          <a:endParaRPr lang="en-US"/>
        </a:p>
      </dgm:t>
    </dgm:pt>
    <dgm:pt modelId="{306B71D9-18AA-44D5-9DBD-C5341CE37A36}" type="pres">
      <dgm:prSet presAssocID="{18032994-EC24-4D2C-B24C-E573CA7BE336}" presName="vert0" presStyleCnt="0">
        <dgm:presLayoutVars>
          <dgm:dir/>
          <dgm:animOne val="branch"/>
          <dgm:animLvl val="lvl"/>
        </dgm:presLayoutVars>
      </dgm:prSet>
      <dgm:spPr/>
    </dgm:pt>
    <dgm:pt modelId="{CC3D9A9B-655E-4DB4-8C40-FC95E844E2BA}" type="pres">
      <dgm:prSet presAssocID="{3067A3AB-6E7F-46E4-B174-CE6D7F92FDC0}" presName="thickLine" presStyleLbl="alignNode1" presStyleIdx="0" presStyleCnt="4"/>
      <dgm:spPr/>
    </dgm:pt>
    <dgm:pt modelId="{057E5F76-DC35-45FD-89FD-7DA3E7D35B90}" type="pres">
      <dgm:prSet presAssocID="{3067A3AB-6E7F-46E4-B174-CE6D7F92FDC0}" presName="horz1" presStyleCnt="0"/>
      <dgm:spPr/>
    </dgm:pt>
    <dgm:pt modelId="{BD0D6B2C-4082-42F4-BBB8-537B8CE7CB74}" type="pres">
      <dgm:prSet presAssocID="{3067A3AB-6E7F-46E4-B174-CE6D7F92FDC0}" presName="tx1" presStyleLbl="revTx" presStyleIdx="0" presStyleCnt="4"/>
      <dgm:spPr/>
    </dgm:pt>
    <dgm:pt modelId="{56C14020-3BA7-4B2E-A88D-6A55A577715A}" type="pres">
      <dgm:prSet presAssocID="{3067A3AB-6E7F-46E4-B174-CE6D7F92FDC0}" presName="vert1" presStyleCnt="0"/>
      <dgm:spPr/>
    </dgm:pt>
    <dgm:pt modelId="{7D5DD6F1-A06D-4602-A124-74BD026368A2}" type="pres">
      <dgm:prSet presAssocID="{B44DD899-7E19-47B1-9227-EBD9A9427594}" presName="thickLine" presStyleLbl="alignNode1" presStyleIdx="1" presStyleCnt="4"/>
      <dgm:spPr/>
    </dgm:pt>
    <dgm:pt modelId="{83279953-1E3C-4259-8DAE-5770130976A4}" type="pres">
      <dgm:prSet presAssocID="{B44DD899-7E19-47B1-9227-EBD9A9427594}" presName="horz1" presStyleCnt="0"/>
      <dgm:spPr/>
    </dgm:pt>
    <dgm:pt modelId="{16B88C3E-95AA-4709-92F3-33AC643F8F99}" type="pres">
      <dgm:prSet presAssocID="{B44DD899-7E19-47B1-9227-EBD9A9427594}" presName="tx1" presStyleLbl="revTx" presStyleIdx="1" presStyleCnt="4"/>
      <dgm:spPr/>
    </dgm:pt>
    <dgm:pt modelId="{1042E5A0-F9CC-416D-B627-3ED56EF3CC85}" type="pres">
      <dgm:prSet presAssocID="{B44DD899-7E19-47B1-9227-EBD9A9427594}" presName="vert1" presStyleCnt="0"/>
      <dgm:spPr/>
    </dgm:pt>
    <dgm:pt modelId="{02196068-81F2-49D6-B8D7-39866167A510}" type="pres">
      <dgm:prSet presAssocID="{0A6DFE40-22A5-417E-A0D6-DD60BBA91D2E}" presName="thickLine" presStyleLbl="alignNode1" presStyleIdx="2" presStyleCnt="4"/>
      <dgm:spPr/>
    </dgm:pt>
    <dgm:pt modelId="{40AF6676-99CD-4025-86A1-BCB50550CB70}" type="pres">
      <dgm:prSet presAssocID="{0A6DFE40-22A5-417E-A0D6-DD60BBA91D2E}" presName="horz1" presStyleCnt="0"/>
      <dgm:spPr/>
    </dgm:pt>
    <dgm:pt modelId="{6EB3AE32-F486-4EBC-B584-4C83BF8A9DFF}" type="pres">
      <dgm:prSet presAssocID="{0A6DFE40-22A5-417E-A0D6-DD60BBA91D2E}" presName="tx1" presStyleLbl="revTx" presStyleIdx="2" presStyleCnt="4"/>
      <dgm:spPr/>
    </dgm:pt>
    <dgm:pt modelId="{3ACA975C-5AE3-4193-B79E-47DD9250ED8C}" type="pres">
      <dgm:prSet presAssocID="{0A6DFE40-22A5-417E-A0D6-DD60BBA91D2E}" presName="vert1" presStyleCnt="0"/>
      <dgm:spPr/>
    </dgm:pt>
    <dgm:pt modelId="{0B99C742-34B9-4529-BD73-AB796FC4DFC9}" type="pres">
      <dgm:prSet presAssocID="{48F6AC18-0ECC-479E-9C3A-324B4136C8A3}" presName="thickLine" presStyleLbl="alignNode1" presStyleIdx="3" presStyleCnt="4"/>
      <dgm:spPr/>
    </dgm:pt>
    <dgm:pt modelId="{46A5864D-9684-4CBA-B86F-F9B56FC7BE67}" type="pres">
      <dgm:prSet presAssocID="{48F6AC18-0ECC-479E-9C3A-324B4136C8A3}" presName="horz1" presStyleCnt="0"/>
      <dgm:spPr/>
    </dgm:pt>
    <dgm:pt modelId="{EA489899-20D8-4414-BA76-0409D169C259}" type="pres">
      <dgm:prSet presAssocID="{48F6AC18-0ECC-479E-9C3A-324B4136C8A3}" presName="tx1" presStyleLbl="revTx" presStyleIdx="3" presStyleCnt="4"/>
      <dgm:spPr/>
    </dgm:pt>
    <dgm:pt modelId="{3F298C50-4C7A-40A2-98EB-6F4AFAB8DB5B}" type="pres">
      <dgm:prSet presAssocID="{48F6AC18-0ECC-479E-9C3A-324B4136C8A3}" presName="vert1" presStyleCnt="0"/>
      <dgm:spPr/>
    </dgm:pt>
  </dgm:ptLst>
  <dgm:cxnLst>
    <dgm:cxn modelId="{26D8E505-DA8B-47FD-AD85-41E4C11B0AE9}" type="presOf" srcId="{48F6AC18-0ECC-479E-9C3A-324B4136C8A3}" destId="{EA489899-20D8-4414-BA76-0409D169C259}" srcOrd="0" destOrd="0" presId="urn:microsoft.com/office/officeart/2008/layout/LinedList"/>
    <dgm:cxn modelId="{F1C7F008-70E1-499B-8007-E24043469874}" srcId="{18032994-EC24-4D2C-B24C-E573CA7BE336}" destId="{0A6DFE40-22A5-417E-A0D6-DD60BBA91D2E}" srcOrd="2" destOrd="0" parTransId="{D6C4C29C-261D-43ED-BD2F-E0729130856A}" sibTransId="{0C2D1479-5B9D-4486-877A-112ACE5143AD}"/>
    <dgm:cxn modelId="{3E855043-3AE7-4E09-BA07-42012C5DE902}" srcId="{18032994-EC24-4D2C-B24C-E573CA7BE336}" destId="{B44DD899-7E19-47B1-9227-EBD9A9427594}" srcOrd="1" destOrd="0" parTransId="{EC543072-53CD-47B6-9EC3-BBA5F695A23B}" sibTransId="{797AD0C9-613D-4107-9E86-6397DEFC1351}"/>
    <dgm:cxn modelId="{05AFD64C-5A18-4CD4-9176-85DDFC7369A6}" srcId="{18032994-EC24-4D2C-B24C-E573CA7BE336}" destId="{3067A3AB-6E7F-46E4-B174-CE6D7F92FDC0}" srcOrd="0" destOrd="0" parTransId="{3C814E7F-2B7B-4820-89E9-39A3A57CEB56}" sibTransId="{26D703F9-4072-41C4-B122-26D65A00360B}"/>
    <dgm:cxn modelId="{240E9653-A847-4597-9122-2A40BE1AE3EB}" type="presOf" srcId="{3067A3AB-6E7F-46E4-B174-CE6D7F92FDC0}" destId="{BD0D6B2C-4082-42F4-BBB8-537B8CE7CB74}" srcOrd="0" destOrd="0" presId="urn:microsoft.com/office/officeart/2008/layout/LinedList"/>
    <dgm:cxn modelId="{DAC5FD7D-EDD0-4783-BB76-7A7AFE722AFD}" type="presOf" srcId="{0A6DFE40-22A5-417E-A0D6-DD60BBA91D2E}" destId="{6EB3AE32-F486-4EBC-B584-4C83BF8A9DFF}" srcOrd="0" destOrd="0" presId="urn:microsoft.com/office/officeart/2008/layout/LinedList"/>
    <dgm:cxn modelId="{4A67758A-4EA3-4F3E-B303-10A6475A72A4}" srcId="{18032994-EC24-4D2C-B24C-E573CA7BE336}" destId="{48F6AC18-0ECC-479E-9C3A-324B4136C8A3}" srcOrd="3" destOrd="0" parTransId="{704D2DFB-B9CA-4C5A-9317-BE119345D2A9}" sibTransId="{4A990D5A-934F-4B06-BB57-9A2E304C2BF6}"/>
    <dgm:cxn modelId="{B502A89F-18EF-4726-96AF-FA4A92290188}" type="presOf" srcId="{B44DD899-7E19-47B1-9227-EBD9A9427594}" destId="{16B88C3E-95AA-4709-92F3-33AC643F8F99}" srcOrd="0" destOrd="0" presId="urn:microsoft.com/office/officeart/2008/layout/LinedList"/>
    <dgm:cxn modelId="{53AD86AD-AFE5-46D8-A21C-7B28F40BD5D3}" type="presOf" srcId="{18032994-EC24-4D2C-B24C-E573CA7BE336}" destId="{306B71D9-18AA-44D5-9DBD-C5341CE37A36}" srcOrd="0" destOrd="0" presId="urn:microsoft.com/office/officeart/2008/layout/LinedList"/>
    <dgm:cxn modelId="{78CF5470-8849-4FB9-A115-9F63940559A4}" type="presParOf" srcId="{306B71D9-18AA-44D5-9DBD-C5341CE37A36}" destId="{CC3D9A9B-655E-4DB4-8C40-FC95E844E2BA}" srcOrd="0" destOrd="0" presId="urn:microsoft.com/office/officeart/2008/layout/LinedList"/>
    <dgm:cxn modelId="{E2684A2B-4B64-4594-879B-894C752F711A}" type="presParOf" srcId="{306B71D9-18AA-44D5-9DBD-C5341CE37A36}" destId="{057E5F76-DC35-45FD-89FD-7DA3E7D35B90}" srcOrd="1" destOrd="0" presId="urn:microsoft.com/office/officeart/2008/layout/LinedList"/>
    <dgm:cxn modelId="{159AF355-A087-4EA6-9AA2-BF0EF570216A}" type="presParOf" srcId="{057E5F76-DC35-45FD-89FD-7DA3E7D35B90}" destId="{BD0D6B2C-4082-42F4-BBB8-537B8CE7CB74}" srcOrd="0" destOrd="0" presId="urn:microsoft.com/office/officeart/2008/layout/LinedList"/>
    <dgm:cxn modelId="{ADD4539A-3EB6-4D83-AA0F-4DF47C6B23F5}" type="presParOf" srcId="{057E5F76-DC35-45FD-89FD-7DA3E7D35B90}" destId="{56C14020-3BA7-4B2E-A88D-6A55A577715A}" srcOrd="1" destOrd="0" presId="urn:microsoft.com/office/officeart/2008/layout/LinedList"/>
    <dgm:cxn modelId="{1EF258A9-13AE-47F4-B473-B416DEDB49ED}" type="presParOf" srcId="{306B71D9-18AA-44D5-9DBD-C5341CE37A36}" destId="{7D5DD6F1-A06D-4602-A124-74BD026368A2}" srcOrd="2" destOrd="0" presId="urn:microsoft.com/office/officeart/2008/layout/LinedList"/>
    <dgm:cxn modelId="{A16AAC01-D563-4444-8420-514B3DC73AE8}" type="presParOf" srcId="{306B71D9-18AA-44D5-9DBD-C5341CE37A36}" destId="{83279953-1E3C-4259-8DAE-5770130976A4}" srcOrd="3" destOrd="0" presId="urn:microsoft.com/office/officeart/2008/layout/LinedList"/>
    <dgm:cxn modelId="{85A14C4E-82AF-445A-B644-7252FBF83089}" type="presParOf" srcId="{83279953-1E3C-4259-8DAE-5770130976A4}" destId="{16B88C3E-95AA-4709-92F3-33AC643F8F99}" srcOrd="0" destOrd="0" presId="urn:microsoft.com/office/officeart/2008/layout/LinedList"/>
    <dgm:cxn modelId="{80A95867-2749-4CA1-A213-A06AFF8E109B}" type="presParOf" srcId="{83279953-1E3C-4259-8DAE-5770130976A4}" destId="{1042E5A0-F9CC-416D-B627-3ED56EF3CC85}" srcOrd="1" destOrd="0" presId="urn:microsoft.com/office/officeart/2008/layout/LinedList"/>
    <dgm:cxn modelId="{36FC9CD1-37BD-4C20-8218-93083357AC6B}" type="presParOf" srcId="{306B71D9-18AA-44D5-9DBD-C5341CE37A36}" destId="{02196068-81F2-49D6-B8D7-39866167A510}" srcOrd="4" destOrd="0" presId="urn:microsoft.com/office/officeart/2008/layout/LinedList"/>
    <dgm:cxn modelId="{A13751DE-E898-4C9A-9A3F-F7C2B75A8BE8}" type="presParOf" srcId="{306B71D9-18AA-44D5-9DBD-C5341CE37A36}" destId="{40AF6676-99CD-4025-86A1-BCB50550CB70}" srcOrd="5" destOrd="0" presId="urn:microsoft.com/office/officeart/2008/layout/LinedList"/>
    <dgm:cxn modelId="{CAFBB2A4-FC06-4DD3-AA39-A0D31B69D349}" type="presParOf" srcId="{40AF6676-99CD-4025-86A1-BCB50550CB70}" destId="{6EB3AE32-F486-4EBC-B584-4C83BF8A9DFF}" srcOrd="0" destOrd="0" presId="urn:microsoft.com/office/officeart/2008/layout/LinedList"/>
    <dgm:cxn modelId="{4321AF9E-7925-4528-BCA0-A3346E237B4E}" type="presParOf" srcId="{40AF6676-99CD-4025-86A1-BCB50550CB70}" destId="{3ACA975C-5AE3-4193-B79E-47DD9250ED8C}" srcOrd="1" destOrd="0" presId="urn:microsoft.com/office/officeart/2008/layout/LinedList"/>
    <dgm:cxn modelId="{0E26938D-5F36-42CE-881E-AB62305092F4}" type="presParOf" srcId="{306B71D9-18AA-44D5-9DBD-C5341CE37A36}" destId="{0B99C742-34B9-4529-BD73-AB796FC4DFC9}" srcOrd="6" destOrd="0" presId="urn:microsoft.com/office/officeart/2008/layout/LinedList"/>
    <dgm:cxn modelId="{50888B6B-9F53-4CBB-BA1C-684066157391}" type="presParOf" srcId="{306B71D9-18AA-44D5-9DBD-C5341CE37A36}" destId="{46A5864D-9684-4CBA-B86F-F9B56FC7BE67}" srcOrd="7" destOrd="0" presId="urn:microsoft.com/office/officeart/2008/layout/LinedList"/>
    <dgm:cxn modelId="{4032EC18-2172-4CD1-BE5C-B04E0DC68C61}" type="presParOf" srcId="{46A5864D-9684-4CBA-B86F-F9B56FC7BE67}" destId="{EA489899-20D8-4414-BA76-0409D169C259}" srcOrd="0" destOrd="0" presId="urn:microsoft.com/office/officeart/2008/layout/LinedList"/>
    <dgm:cxn modelId="{9F74CC02-89B0-4AA3-8A3D-CE6257F3466E}" type="presParOf" srcId="{46A5864D-9684-4CBA-B86F-F9B56FC7BE67}" destId="{3F298C50-4C7A-40A2-98EB-6F4AFAB8DB5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F40377-92AF-43B5-A552-BA6B28CB818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01471AA-0DE1-4296-B1A3-80B9957BF80A}">
      <dgm:prSet/>
      <dgm:spPr/>
      <dgm:t>
        <a:bodyPr/>
        <a:lstStyle/>
        <a:p>
          <a:r>
            <a:rPr lang="en-US" b="1" i="0" baseline="0" dirty="0"/>
            <a:t>Giai </a:t>
          </a:r>
          <a:r>
            <a:rPr lang="en-US" b="1" i="0" baseline="0" dirty="0" err="1"/>
            <a:t>đoạn</a:t>
          </a:r>
          <a:r>
            <a:rPr lang="en-US" b="1" i="0" baseline="0" dirty="0"/>
            <a:t> 1 (</a:t>
          </a:r>
          <a:r>
            <a:rPr lang="en-US" b="1" i="0" baseline="0" dirty="0" err="1"/>
            <a:t>Tuần</a:t>
          </a:r>
          <a:r>
            <a:rPr lang="en-US" b="1" i="0" baseline="0" dirty="0"/>
            <a:t> 1- 4):</a:t>
          </a:r>
          <a:r>
            <a:rPr lang="en-US" b="0" i="0" baseline="0" dirty="0"/>
            <a:t> </a:t>
          </a:r>
          <a:r>
            <a:rPr lang="en-US" b="0" i="0" baseline="0" dirty="0" err="1"/>
            <a:t>Khởi</a:t>
          </a:r>
          <a:r>
            <a:rPr lang="en-US" b="0" i="0" baseline="0" dirty="0"/>
            <a:t> </a:t>
          </a:r>
          <a:r>
            <a:rPr lang="en-US" b="0" i="0" baseline="0" dirty="0" err="1"/>
            <a:t>tạo</a:t>
          </a:r>
          <a:r>
            <a:rPr lang="en-US" b="0" i="0" baseline="0" dirty="0"/>
            <a:t> &amp; </a:t>
          </a:r>
          <a:r>
            <a:rPr lang="en-US" b="0" i="0" baseline="0" dirty="0" err="1"/>
            <a:t>Cơ</a:t>
          </a:r>
          <a:r>
            <a:rPr lang="en-US" b="0" i="0" baseline="0" dirty="0"/>
            <a:t> </a:t>
          </a:r>
          <a:r>
            <a:rPr lang="en-US" b="0" i="0" baseline="0" dirty="0" err="1"/>
            <a:t>sở</a:t>
          </a:r>
          <a:r>
            <a:rPr lang="en-US" b="0" i="0" baseline="0" dirty="0"/>
            <a:t> </a:t>
          </a:r>
          <a:r>
            <a:rPr lang="en-US" b="0" i="0" baseline="0" dirty="0" err="1"/>
            <a:t>hạ</a:t>
          </a:r>
          <a:r>
            <a:rPr lang="en-US" b="0" i="0" baseline="0" dirty="0"/>
            <a:t> </a:t>
          </a:r>
          <a:r>
            <a:rPr lang="en-US" b="0" i="0" baseline="0" dirty="0" err="1"/>
            <a:t>tầng</a:t>
          </a:r>
          <a:r>
            <a:rPr lang="en-US" b="0" i="0" baseline="0" dirty="0"/>
            <a:t> an </a:t>
          </a:r>
          <a:r>
            <a:rPr lang="en-US" b="0" i="0" baseline="0" dirty="0" err="1"/>
            <a:t>toàn</a:t>
          </a:r>
          <a:r>
            <a:rPr lang="en-US" b="0" i="0" baseline="0" dirty="0"/>
            <a:t>.</a:t>
          </a:r>
          <a:endParaRPr lang="en-US" dirty="0"/>
        </a:p>
      </dgm:t>
    </dgm:pt>
    <dgm:pt modelId="{C69AECF6-B3BC-497D-9E43-52E0CA0F9795}" type="parTrans" cxnId="{891B52D0-1784-4902-8EC2-C224B5F7FEB3}">
      <dgm:prSet/>
      <dgm:spPr/>
      <dgm:t>
        <a:bodyPr/>
        <a:lstStyle/>
        <a:p>
          <a:endParaRPr lang="en-US"/>
        </a:p>
      </dgm:t>
    </dgm:pt>
    <dgm:pt modelId="{901A1F55-2498-4C93-8A35-A5A247A7179F}" type="sibTrans" cxnId="{891B52D0-1784-4902-8EC2-C224B5F7FEB3}">
      <dgm:prSet/>
      <dgm:spPr/>
      <dgm:t>
        <a:bodyPr/>
        <a:lstStyle/>
        <a:p>
          <a:endParaRPr lang="en-US"/>
        </a:p>
      </dgm:t>
    </dgm:pt>
    <dgm:pt modelId="{5ECBB832-69DC-4E29-A5F1-2F79F5F9AE0F}">
      <dgm:prSet/>
      <dgm:spPr/>
      <dgm:t>
        <a:bodyPr/>
        <a:lstStyle/>
        <a:p>
          <a:r>
            <a:rPr lang="en-US" b="1" i="0" baseline="0" dirty="0"/>
            <a:t>Giai </a:t>
          </a:r>
          <a:r>
            <a:rPr lang="en-US" b="1" i="0" baseline="0" dirty="0" err="1"/>
            <a:t>đoạn</a:t>
          </a:r>
          <a:r>
            <a:rPr lang="en-US" b="1" i="0" baseline="0" dirty="0"/>
            <a:t> 2 (</a:t>
          </a:r>
          <a:r>
            <a:rPr lang="en-US" b="1" i="0" baseline="0" dirty="0" err="1"/>
            <a:t>Tuần</a:t>
          </a:r>
          <a:r>
            <a:rPr lang="en-US" b="1" i="0" baseline="0" dirty="0"/>
            <a:t> 5-12):</a:t>
          </a:r>
          <a:r>
            <a:rPr lang="en-US" b="0" i="0" baseline="0" dirty="0"/>
            <a:t> Quản </a:t>
          </a:r>
          <a:r>
            <a:rPr lang="en-US" b="0" i="0" baseline="0" dirty="0" err="1"/>
            <a:t>lý</a:t>
          </a:r>
          <a:r>
            <a:rPr lang="en-US" b="0" i="0" baseline="0" dirty="0"/>
            <a:t> Kho &amp; </a:t>
          </a:r>
          <a:r>
            <a:rPr lang="en-US" b="0" i="0" baseline="0" dirty="0" err="1"/>
            <a:t>Tích</a:t>
          </a:r>
          <a:r>
            <a:rPr lang="en-US" b="0" i="0" baseline="0" dirty="0"/>
            <a:t> </a:t>
          </a:r>
          <a:r>
            <a:rPr lang="en-US" b="0" i="0" baseline="0" dirty="0" err="1"/>
            <a:t>hợp</a:t>
          </a:r>
          <a:r>
            <a:rPr lang="en-US" b="0" i="0" baseline="0" dirty="0"/>
            <a:t> AI Vision.</a:t>
          </a:r>
          <a:endParaRPr lang="en-US" dirty="0"/>
        </a:p>
      </dgm:t>
    </dgm:pt>
    <dgm:pt modelId="{FA84CC3C-4C9B-4FEA-B6D9-01E3CC9EBC1D}" type="parTrans" cxnId="{47E6B467-0CBB-4212-B547-810A5A899E82}">
      <dgm:prSet/>
      <dgm:spPr/>
      <dgm:t>
        <a:bodyPr/>
        <a:lstStyle/>
        <a:p>
          <a:endParaRPr lang="en-US"/>
        </a:p>
      </dgm:t>
    </dgm:pt>
    <dgm:pt modelId="{07524ACD-64F6-47D1-AF75-B849FEF8DE74}" type="sibTrans" cxnId="{47E6B467-0CBB-4212-B547-810A5A899E82}">
      <dgm:prSet/>
      <dgm:spPr/>
      <dgm:t>
        <a:bodyPr/>
        <a:lstStyle/>
        <a:p>
          <a:endParaRPr lang="en-US"/>
        </a:p>
      </dgm:t>
    </dgm:pt>
    <dgm:pt modelId="{9D66A2BC-D6A8-40FF-A144-24B3D477B976}">
      <dgm:prSet/>
      <dgm:spPr/>
      <dgm:t>
        <a:bodyPr/>
        <a:lstStyle/>
        <a:p>
          <a:r>
            <a:rPr lang="en-US" b="1" i="0" baseline="0" dirty="0"/>
            <a:t>Giai </a:t>
          </a:r>
          <a:r>
            <a:rPr lang="en-US" b="1" i="0" baseline="0" dirty="0" err="1"/>
            <a:t>đoạn</a:t>
          </a:r>
          <a:r>
            <a:rPr lang="en-US" b="1" i="0" baseline="0" dirty="0"/>
            <a:t> 3 (</a:t>
          </a:r>
          <a:r>
            <a:rPr lang="en-US" b="1" i="0" baseline="0" dirty="0" err="1"/>
            <a:t>Tuần</a:t>
          </a:r>
          <a:r>
            <a:rPr lang="en-US" b="1" i="0" baseline="0" dirty="0"/>
            <a:t> 13-18):</a:t>
          </a:r>
          <a:r>
            <a:rPr lang="en-US" b="0" i="0" baseline="0" dirty="0"/>
            <a:t> </a:t>
          </a:r>
          <a:r>
            <a:rPr lang="en-US" b="0" i="0" baseline="0" dirty="0" err="1"/>
            <a:t>Trải</a:t>
          </a:r>
          <a:r>
            <a:rPr lang="en-US" b="0" i="0" baseline="0" dirty="0"/>
            <a:t> </a:t>
          </a:r>
          <a:r>
            <a:rPr lang="en-US" b="0" i="0" baseline="0" dirty="0" err="1"/>
            <a:t>nghiệm</a:t>
          </a:r>
          <a:r>
            <a:rPr lang="en-US" b="0" i="0" baseline="0" dirty="0"/>
            <a:t> </a:t>
          </a:r>
          <a:r>
            <a:rPr lang="en-US" b="0" i="0" baseline="0" dirty="0" err="1"/>
            <a:t>khách</a:t>
          </a:r>
          <a:r>
            <a:rPr lang="en-US" b="0" i="0" baseline="0" dirty="0"/>
            <a:t> </a:t>
          </a:r>
          <a:r>
            <a:rPr lang="en-US" b="0" i="0" baseline="0" dirty="0" err="1"/>
            <a:t>hàng</a:t>
          </a:r>
          <a:r>
            <a:rPr lang="en-US" b="0" i="0" baseline="0" dirty="0"/>
            <a:t> &amp; </a:t>
          </a:r>
          <a:r>
            <a:rPr lang="en-US" b="0" i="0" baseline="0" dirty="0" err="1"/>
            <a:t>Thuật</a:t>
          </a:r>
          <a:r>
            <a:rPr lang="en-US" b="0" i="0" baseline="0" dirty="0"/>
            <a:t> </a:t>
          </a:r>
          <a:r>
            <a:rPr lang="en-US" b="0" i="0" baseline="0" dirty="0" err="1"/>
            <a:t>toán</a:t>
          </a:r>
          <a:r>
            <a:rPr lang="en-US" b="0" i="0" baseline="0" dirty="0"/>
            <a:t> Size.</a:t>
          </a:r>
          <a:endParaRPr lang="en-US" dirty="0"/>
        </a:p>
      </dgm:t>
    </dgm:pt>
    <dgm:pt modelId="{ACD47D25-116C-4167-AF3E-7489942362A9}" type="parTrans" cxnId="{C53F15BF-1044-44D8-80F9-60CEB1949F8D}">
      <dgm:prSet/>
      <dgm:spPr/>
      <dgm:t>
        <a:bodyPr/>
        <a:lstStyle/>
        <a:p>
          <a:endParaRPr lang="en-US"/>
        </a:p>
      </dgm:t>
    </dgm:pt>
    <dgm:pt modelId="{FC2B73CF-EFA6-4F03-8FD4-3825B28C410D}" type="sibTrans" cxnId="{C53F15BF-1044-44D8-80F9-60CEB1949F8D}">
      <dgm:prSet/>
      <dgm:spPr/>
      <dgm:t>
        <a:bodyPr/>
        <a:lstStyle/>
        <a:p>
          <a:endParaRPr lang="en-US"/>
        </a:p>
      </dgm:t>
    </dgm:pt>
    <dgm:pt modelId="{4756D073-CA16-46AD-B3B4-41C4EBD0DD2D}">
      <dgm:prSet/>
      <dgm:spPr/>
      <dgm:t>
        <a:bodyPr/>
        <a:lstStyle/>
        <a:p>
          <a:r>
            <a:rPr lang="en-US" b="1" i="0" baseline="0" dirty="0"/>
            <a:t>Giai </a:t>
          </a:r>
          <a:r>
            <a:rPr lang="en-US" b="1" i="0" baseline="0" dirty="0" err="1"/>
            <a:t>đoạn</a:t>
          </a:r>
          <a:r>
            <a:rPr lang="en-US" b="1" i="0" baseline="0" dirty="0"/>
            <a:t> 4 (</a:t>
          </a:r>
          <a:r>
            <a:rPr lang="en-US" b="1" i="0" baseline="0" dirty="0" err="1"/>
            <a:t>Tuần</a:t>
          </a:r>
          <a:r>
            <a:rPr lang="en-US" b="1" i="0" baseline="0" dirty="0"/>
            <a:t> 19 - 24):</a:t>
          </a:r>
          <a:r>
            <a:rPr lang="en-US" b="0" i="0" baseline="0" dirty="0"/>
            <a:t> Thanh </a:t>
          </a:r>
          <a:r>
            <a:rPr lang="en-US" b="0" i="0" baseline="0" dirty="0" err="1"/>
            <a:t>toán</a:t>
          </a:r>
          <a:r>
            <a:rPr lang="en-US" b="0" i="0" baseline="0" dirty="0"/>
            <a:t> &amp; Tài </a:t>
          </a:r>
          <a:r>
            <a:rPr lang="en-US" b="0" i="0" baseline="0" dirty="0" err="1"/>
            <a:t>chính</a:t>
          </a:r>
          <a:r>
            <a:rPr lang="en-US" b="0" i="0" baseline="0" dirty="0"/>
            <a:t>.</a:t>
          </a:r>
          <a:endParaRPr lang="en-US" dirty="0"/>
        </a:p>
      </dgm:t>
    </dgm:pt>
    <dgm:pt modelId="{D527961A-4068-4F75-B5AA-0C8C3D0C87B2}" type="parTrans" cxnId="{861190D9-2089-4C74-9F0C-DC7F79EEC980}">
      <dgm:prSet/>
      <dgm:spPr/>
      <dgm:t>
        <a:bodyPr/>
        <a:lstStyle/>
        <a:p>
          <a:endParaRPr lang="en-US"/>
        </a:p>
      </dgm:t>
    </dgm:pt>
    <dgm:pt modelId="{02A3C2C5-FA77-4CAA-9B26-027CAFCD473A}" type="sibTrans" cxnId="{861190D9-2089-4C74-9F0C-DC7F79EEC980}">
      <dgm:prSet/>
      <dgm:spPr/>
      <dgm:t>
        <a:bodyPr/>
        <a:lstStyle/>
        <a:p>
          <a:endParaRPr lang="en-US"/>
        </a:p>
      </dgm:t>
    </dgm:pt>
    <dgm:pt modelId="{3C9E7DD1-91D6-477F-8FCD-076D9B0F9CC9}">
      <dgm:prSet/>
      <dgm:spPr/>
      <dgm:t>
        <a:bodyPr/>
        <a:lstStyle/>
        <a:p>
          <a:r>
            <a:rPr lang="en-US" b="1" i="0" baseline="0" dirty="0"/>
            <a:t>Giai </a:t>
          </a:r>
          <a:r>
            <a:rPr lang="en-US" b="1" i="0" baseline="0" dirty="0" err="1"/>
            <a:t>đoạn</a:t>
          </a:r>
          <a:r>
            <a:rPr lang="en-US" b="1" i="0" baseline="0" dirty="0"/>
            <a:t> 5 (</a:t>
          </a:r>
          <a:r>
            <a:rPr lang="en-US" b="1" i="0" baseline="0" dirty="0" err="1"/>
            <a:t>Tuần</a:t>
          </a:r>
          <a:r>
            <a:rPr lang="en-US" b="1" i="0" baseline="0" dirty="0"/>
            <a:t> 25 - 28):</a:t>
          </a:r>
          <a:r>
            <a:rPr lang="en-US" b="0" i="0" baseline="0" dirty="0"/>
            <a:t> </a:t>
          </a:r>
          <a:r>
            <a:rPr lang="en-US" b="0" i="0" baseline="0" dirty="0" err="1"/>
            <a:t>Hệ</a:t>
          </a:r>
          <a:r>
            <a:rPr lang="en-US" b="0" i="0" baseline="0" dirty="0"/>
            <a:t> </a:t>
          </a:r>
          <a:r>
            <a:rPr lang="en-US" b="0" i="0" baseline="0" dirty="0" err="1"/>
            <a:t>sinh</a:t>
          </a:r>
          <a:r>
            <a:rPr lang="en-US" b="0" i="0" baseline="0" dirty="0"/>
            <a:t> </a:t>
          </a:r>
          <a:r>
            <a:rPr lang="en-US" b="0" i="0" baseline="0" dirty="0" err="1"/>
            <a:t>thái</a:t>
          </a:r>
          <a:r>
            <a:rPr lang="en-US" b="0" i="0" baseline="0" dirty="0"/>
            <a:t> &amp; Marketing.</a:t>
          </a:r>
          <a:endParaRPr lang="en-US" dirty="0"/>
        </a:p>
      </dgm:t>
    </dgm:pt>
    <dgm:pt modelId="{74081BBA-0B13-4E91-BD9F-54C6CD3C8DF9}" type="parTrans" cxnId="{0E02D42B-C80A-4F83-9885-A3254CD18387}">
      <dgm:prSet/>
      <dgm:spPr/>
      <dgm:t>
        <a:bodyPr/>
        <a:lstStyle/>
        <a:p>
          <a:endParaRPr lang="en-US"/>
        </a:p>
      </dgm:t>
    </dgm:pt>
    <dgm:pt modelId="{FD3FC3FF-FF61-4AF5-8858-C7F686B48558}" type="sibTrans" cxnId="{0E02D42B-C80A-4F83-9885-A3254CD18387}">
      <dgm:prSet/>
      <dgm:spPr/>
      <dgm:t>
        <a:bodyPr/>
        <a:lstStyle/>
        <a:p>
          <a:endParaRPr lang="en-US"/>
        </a:p>
      </dgm:t>
    </dgm:pt>
    <dgm:pt modelId="{018021E8-1630-4059-97AB-7064AC3E6132}">
      <dgm:prSet/>
      <dgm:spPr/>
      <dgm:t>
        <a:bodyPr/>
        <a:lstStyle/>
        <a:p>
          <a:r>
            <a:rPr lang="en-US" b="1" i="0" baseline="0" dirty="0"/>
            <a:t>Giai </a:t>
          </a:r>
          <a:r>
            <a:rPr lang="en-US" b="1" i="0" baseline="0" dirty="0" err="1"/>
            <a:t>đoạn</a:t>
          </a:r>
          <a:r>
            <a:rPr lang="en-US" b="1" i="0" baseline="0" dirty="0"/>
            <a:t> 6 (</a:t>
          </a:r>
          <a:r>
            <a:rPr lang="en-US" b="1" i="0" baseline="0" dirty="0" err="1"/>
            <a:t>Tuần</a:t>
          </a:r>
          <a:r>
            <a:rPr lang="en-US" b="1" i="0" baseline="0" dirty="0"/>
            <a:t> 29 - 30):</a:t>
          </a:r>
          <a:r>
            <a:rPr lang="en-US" b="0" i="0" baseline="0" dirty="0"/>
            <a:t> </a:t>
          </a:r>
          <a:r>
            <a:rPr lang="en-US" b="0" i="0" baseline="0" dirty="0" err="1"/>
            <a:t>Triển</a:t>
          </a:r>
          <a:r>
            <a:rPr lang="en-US" b="0" i="0" baseline="0" dirty="0"/>
            <a:t> </a:t>
          </a:r>
          <a:r>
            <a:rPr lang="en-US" b="0" i="0" baseline="0" dirty="0" err="1"/>
            <a:t>khai</a:t>
          </a:r>
          <a:r>
            <a:rPr lang="en-US" b="0" i="0" baseline="0" dirty="0"/>
            <a:t> &amp; </a:t>
          </a:r>
          <a:r>
            <a:rPr lang="en-US" b="0" i="0" baseline="0" dirty="0" err="1"/>
            <a:t>Bàn</a:t>
          </a:r>
          <a:r>
            <a:rPr lang="en-US" b="0" i="0" baseline="0" dirty="0"/>
            <a:t> </a:t>
          </a:r>
          <a:r>
            <a:rPr lang="en-US" b="0" i="0" baseline="0" dirty="0" err="1"/>
            <a:t>giao</a:t>
          </a:r>
          <a:r>
            <a:rPr lang="en-US" b="0" i="0" baseline="0" dirty="0"/>
            <a:t>.</a:t>
          </a:r>
          <a:endParaRPr lang="en-US" dirty="0"/>
        </a:p>
      </dgm:t>
    </dgm:pt>
    <dgm:pt modelId="{8D0D946D-AD4D-4BBB-B4BE-8957FB34F056}" type="parTrans" cxnId="{14D42062-5B74-476D-981C-52E0BF5F4533}">
      <dgm:prSet/>
      <dgm:spPr/>
      <dgm:t>
        <a:bodyPr/>
        <a:lstStyle/>
        <a:p>
          <a:endParaRPr lang="en-US"/>
        </a:p>
      </dgm:t>
    </dgm:pt>
    <dgm:pt modelId="{7A057D18-A40B-4BDC-852C-070AC3F054EB}" type="sibTrans" cxnId="{14D42062-5B74-476D-981C-52E0BF5F4533}">
      <dgm:prSet/>
      <dgm:spPr/>
      <dgm:t>
        <a:bodyPr/>
        <a:lstStyle/>
        <a:p>
          <a:endParaRPr lang="en-US"/>
        </a:p>
      </dgm:t>
    </dgm:pt>
    <dgm:pt modelId="{F9DC36DC-DA63-49EC-B921-940072F283E7}" type="pres">
      <dgm:prSet presAssocID="{13F40377-92AF-43B5-A552-BA6B28CB8187}" presName="Name0" presStyleCnt="0">
        <dgm:presLayoutVars>
          <dgm:dir/>
          <dgm:resizeHandles val="exact"/>
        </dgm:presLayoutVars>
      </dgm:prSet>
      <dgm:spPr/>
    </dgm:pt>
    <dgm:pt modelId="{28926C2F-5E26-49D0-9901-CBF09442329C}" type="pres">
      <dgm:prSet presAssocID="{501471AA-0DE1-4296-B1A3-80B9957BF80A}" presName="node" presStyleLbl="node1" presStyleIdx="0" presStyleCnt="6">
        <dgm:presLayoutVars>
          <dgm:bulletEnabled val="1"/>
        </dgm:presLayoutVars>
      </dgm:prSet>
      <dgm:spPr/>
    </dgm:pt>
    <dgm:pt modelId="{CAF9FAA9-A97D-42C0-8A66-BDFB9BB72180}" type="pres">
      <dgm:prSet presAssocID="{901A1F55-2498-4C93-8A35-A5A247A7179F}" presName="sibTrans" presStyleLbl="sibTrans1D1" presStyleIdx="0" presStyleCnt="5"/>
      <dgm:spPr/>
    </dgm:pt>
    <dgm:pt modelId="{0A4F89A7-F51B-4405-8886-ED69FB0AFD91}" type="pres">
      <dgm:prSet presAssocID="{901A1F55-2498-4C93-8A35-A5A247A7179F}" presName="connectorText" presStyleLbl="sibTrans1D1" presStyleIdx="0" presStyleCnt="5"/>
      <dgm:spPr/>
    </dgm:pt>
    <dgm:pt modelId="{A12041BF-7D20-4A03-8ABC-16B6FA3D7F16}" type="pres">
      <dgm:prSet presAssocID="{5ECBB832-69DC-4E29-A5F1-2F79F5F9AE0F}" presName="node" presStyleLbl="node1" presStyleIdx="1" presStyleCnt="6">
        <dgm:presLayoutVars>
          <dgm:bulletEnabled val="1"/>
        </dgm:presLayoutVars>
      </dgm:prSet>
      <dgm:spPr/>
    </dgm:pt>
    <dgm:pt modelId="{D5D6EDF0-4568-4FDE-9D81-5153E12D03D9}" type="pres">
      <dgm:prSet presAssocID="{07524ACD-64F6-47D1-AF75-B849FEF8DE74}" presName="sibTrans" presStyleLbl="sibTrans1D1" presStyleIdx="1" presStyleCnt="5"/>
      <dgm:spPr/>
    </dgm:pt>
    <dgm:pt modelId="{22BD8C3A-2B9B-4E55-9D83-6CAD32D42710}" type="pres">
      <dgm:prSet presAssocID="{07524ACD-64F6-47D1-AF75-B849FEF8DE74}" presName="connectorText" presStyleLbl="sibTrans1D1" presStyleIdx="1" presStyleCnt="5"/>
      <dgm:spPr/>
    </dgm:pt>
    <dgm:pt modelId="{624A2934-FF08-416E-BD3D-AF2419768D3B}" type="pres">
      <dgm:prSet presAssocID="{9D66A2BC-D6A8-40FF-A144-24B3D477B976}" presName="node" presStyleLbl="node1" presStyleIdx="2" presStyleCnt="6">
        <dgm:presLayoutVars>
          <dgm:bulletEnabled val="1"/>
        </dgm:presLayoutVars>
      </dgm:prSet>
      <dgm:spPr/>
    </dgm:pt>
    <dgm:pt modelId="{2C20327B-7AF7-4489-96B2-F9BF675D36C2}" type="pres">
      <dgm:prSet presAssocID="{FC2B73CF-EFA6-4F03-8FD4-3825B28C410D}" presName="sibTrans" presStyleLbl="sibTrans1D1" presStyleIdx="2" presStyleCnt="5"/>
      <dgm:spPr/>
    </dgm:pt>
    <dgm:pt modelId="{DF00F4B2-6451-4A4D-9B97-8D200067AE56}" type="pres">
      <dgm:prSet presAssocID="{FC2B73CF-EFA6-4F03-8FD4-3825B28C410D}" presName="connectorText" presStyleLbl="sibTrans1D1" presStyleIdx="2" presStyleCnt="5"/>
      <dgm:spPr/>
    </dgm:pt>
    <dgm:pt modelId="{C35B3030-711E-41D7-A87A-4E1A678351C2}" type="pres">
      <dgm:prSet presAssocID="{4756D073-CA16-46AD-B3B4-41C4EBD0DD2D}" presName="node" presStyleLbl="node1" presStyleIdx="3" presStyleCnt="6">
        <dgm:presLayoutVars>
          <dgm:bulletEnabled val="1"/>
        </dgm:presLayoutVars>
      </dgm:prSet>
      <dgm:spPr/>
    </dgm:pt>
    <dgm:pt modelId="{6DC424EF-5F11-4844-8798-2ECEEB6B25E0}" type="pres">
      <dgm:prSet presAssocID="{02A3C2C5-FA77-4CAA-9B26-027CAFCD473A}" presName="sibTrans" presStyleLbl="sibTrans1D1" presStyleIdx="3" presStyleCnt="5"/>
      <dgm:spPr/>
    </dgm:pt>
    <dgm:pt modelId="{763B4164-67F9-4660-9F63-DC76A74411D2}" type="pres">
      <dgm:prSet presAssocID="{02A3C2C5-FA77-4CAA-9B26-027CAFCD473A}" presName="connectorText" presStyleLbl="sibTrans1D1" presStyleIdx="3" presStyleCnt="5"/>
      <dgm:spPr/>
    </dgm:pt>
    <dgm:pt modelId="{51B12EC3-A48F-46FB-B684-0D3103C1C259}" type="pres">
      <dgm:prSet presAssocID="{3C9E7DD1-91D6-477F-8FCD-076D9B0F9CC9}" presName="node" presStyleLbl="node1" presStyleIdx="4" presStyleCnt="6">
        <dgm:presLayoutVars>
          <dgm:bulletEnabled val="1"/>
        </dgm:presLayoutVars>
      </dgm:prSet>
      <dgm:spPr/>
    </dgm:pt>
    <dgm:pt modelId="{7F96926C-C1F8-4695-B699-0008C5326D7B}" type="pres">
      <dgm:prSet presAssocID="{FD3FC3FF-FF61-4AF5-8858-C7F686B48558}" presName="sibTrans" presStyleLbl="sibTrans1D1" presStyleIdx="4" presStyleCnt="5"/>
      <dgm:spPr/>
    </dgm:pt>
    <dgm:pt modelId="{72CF011F-0C6D-4D2A-B89E-A4DB96A8CB57}" type="pres">
      <dgm:prSet presAssocID="{FD3FC3FF-FF61-4AF5-8858-C7F686B48558}" presName="connectorText" presStyleLbl="sibTrans1D1" presStyleIdx="4" presStyleCnt="5"/>
      <dgm:spPr/>
    </dgm:pt>
    <dgm:pt modelId="{C2D95DB3-B983-4444-9565-085A099B41E1}" type="pres">
      <dgm:prSet presAssocID="{018021E8-1630-4059-97AB-7064AC3E6132}" presName="node" presStyleLbl="node1" presStyleIdx="5" presStyleCnt="6">
        <dgm:presLayoutVars>
          <dgm:bulletEnabled val="1"/>
        </dgm:presLayoutVars>
      </dgm:prSet>
      <dgm:spPr/>
    </dgm:pt>
  </dgm:ptLst>
  <dgm:cxnLst>
    <dgm:cxn modelId="{287B7E07-4363-40B6-AF35-0E85BAF06C8D}" type="presOf" srcId="{02A3C2C5-FA77-4CAA-9B26-027CAFCD473A}" destId="{6DC424EF-5F11-4844-8798-2ECEEB6B25E0}" srcOrd="0" destOrd="0" presId="urn:microsoft.com/office/officeart/2016/7/layout/RepeatingBendingProcessNew"/>
    <dgm:cxn modelId="{5DA12D23-D982-4D87-AC29-706A3F3E10CA}" type="presOf" srcId="{901A1F55-2498-4C93-8A35-A5A247A7179F}" destId="{0A4F89A7-F51B-4405-8886-ED69FB0AFD91}" srcOrd="1" destOrd="0" presId="urn:microsoft.com/office/officeart/2016/7/layout/RepeatingBendingProcessNew"/>
    <dgm:cxn modelId="{0E02D42B-C80A-4F83-9885-A3254CD18387}" srcId="{13F40377-92AF-43B5-A552-BA6B28CB8187}" destId="{3C9E7DD1-91D6-477F-8FCD-076D9B0F9CC9}" srcOrd="4" destOrd="0" parTransId="{74081BBA-0B13-4E91-BD9F-54C6CD3C8DF9}" sibTransId="{FD3FC3FF-FF61-4AF5-8858-C7F686B48558}"/>
    <dgm:cxn modelId="{BBB33435-28DB-4E1F-8D93-FAC32B2E452F}" type="presOf" srcId="{FC2B73CF-EFA6-4F03-8FD4-3825B28C410D}" destId="{DF00F4B2-6451-4A4D-9B97-8D200067AE56}" srcOrd="1" destOrd="0" presId="urn:microsoft.com/office/officeart/2016/7/layout/RepeatingBendingProcessNew"/>
    <dgm:cxn modelId="{647E2042-9FDC-4836-B384-3B410DAF72D4}" type="presOf" srcId="{4756D073-CA16-46AD-B3B4-41C4EBD0DD2D}" destId="{C35B3030-711E-41D7-A87A-4E1A678351C2}" srcOrd="0" destOrd="0" presId="urn:microsoft.com/office/officeart/2016/7/layout/RepeatingBendingProcessNew"/>
    <dgm:cxn modelId="{14D42062-5B74-476D-981C-52E0BF5F4533}" srcId="{13F40377-92AF-43B5-A552-BA6B28CB8187}" destId="{018021E8-1630-4059-97AB-7064AC3E6132}" srcOrd="5" destOrd="0" parTransId="{8D0D946D-AD4D-4BBB-B4BE-8957FB34F056}" sibTransId="{7A057D18-A40B-4BDC-852C-070AC3F054EB}"/>
    <dgm:cxn modelId="{037D3665-CF27-4538-A69B-56598087BBF4}" type="presOf" srcId="{FD3FC3FF-FF61-4AF5-8858-C7F686B48558}" destId="{7F96926C-C1F8-4695-B699-0008C5326D7B}" srcOrd="0" destOrd="0" presId="urn:microsoft.com/office/officeart/2016/7/layout/RepeatingBendingProcessNew"/>
    <dgm:cxn modelId="{59C18A66-EEE7-4A3E-8F4D-CCDE8ED20DB8}" type="presOf" srcId="{9D66A2BC-D6A8-40FF-A144-24B3D477B976}" destId="{624A2934-FF08-416E-BD3D-AF2419768D3B}" srcOrd="0" destOrd="0" presId="urn:microsoft.com/office/officeart/2016/7/layout/RepeatingBendingProcessNew"/>
    <dgm:cxn modelId="{47E6B467-0CBB-4212-B547-810A5A899E82}" srcId="{13F40377-92AF-43B5-A552-BA6B28CB8187}" destId="{5ECBB832-69DC-4E29-A5F1-2F79F5F9AE0F}" srcOrd="1" destOrd="0" parTransId="{FA84CC3C-4C9B-4FEA-B6D9-01E3CC9EBC1D}" sibTransId="{07524ACD-64F6-47D1-AF75-B849FEF8DE74}"/>
    <dgm:cxn modelId="{B87D5E6D-8773-4687-B1E9-DF2B2BFF74BD}" type="presOf" srcId="{501471AA-0DE1-4296-B1A3-80B9957BF80A}" destId="{28926C2F-5E26-49D0-9901-CBF09442329C}" srcOrd="0" destOrd="0" presId="urn:microsoft.com/office/officeart/2016/7/layout/RepeatingBendingProcessNew"/>
    <dgm:cxn modelId="{A05DBE54-6CCE-4233-95F9-5FC473018349}" type="presOf" srcId="{018021E8-1630-4059-97AB-7064AC3E6132}" destId="{C2D95DB3-B983-4444-9565-085A099B41E1}" srcOrd="0" destOrd="0" presId="urn:microsoft.com/office/officeart/2016/7/layout/RepeatingBendingProcessNew"/>
    <dgm:cxn modelId="{78E91087-39D8-400A-94D6-9B2289D1F1EE}" type="presOf" srcId="{07524ACD-64F6-47D1-AF75-B849FEF8DE74}" destId="{22BD8C3A-2B9B-4E55-9D83-6CAD32D42710}" srcOrd="1" destOrd="0" presId="urn:microsoft.com/office/officeart/2016/7/layout/RepeatingBendingProcessNew"/>
    <dgm:cxn modelId="{042E4688-ADFE-48FE-B77D-979B9E3593E9}" type="presOf" srcId="{07524ACD-64F6-47D1-AF75-B849FEF8DE74}" destId="{D5D6EDF0-4568-4FDE-9D81-5153E12D03D9}" srcOrd="0" destOrd="0" presId="urn:microsoft.com/office/officeart/2016/7/layout/RepeatingBendingProcessNew"/>
    <dgm:cxn modelId="{201738A0-BC88-4D66-9875-F6071847CCAD}" type="presOf" srcId="{5ECBB832-69DC-4E29-A5F1-2F79F5F9AE0F}" destId="{A12041BF-7D20-4A03-8ABC-16B6FA3D7F16}" srcOrd="0" destOrd="0" presId="urn:microsoft.com/office/officeart/2016/7/layout/RepeatingBendingProcessNew"/>
    <dgm:cxn modelId="{1451F7A3-7B75-4484-95C2-A586ACECDACA}" type="presOf" srcId="{02A3C2C5-FA77-4CAA-9B26-027CAFCD473A}" destId="{763B4164-67F9-4660-9F63-DC76A74411D2}" srcOrd="1" destOrd="0" presId="urn:microsoft.com/office/officeart/2016/7/layout/RepeatingBendingProcessNew"/>
    <dgm:cxn modelId="{85B32AA7-3EC2-4018-AB92-CB0896A350A8}" type="presOf" srcId="{FC2B73CF-EFA6-4F03-8FD4-3825B28C410D}" destId="{2C20327B-7AF7-4489-96B2-F9BF675D36C2}" srcOrd="0" destOrd="0" presId="urn:microsoft.com/office/officeart/2016/7/layout/RepeatingBendingProcessNew"/>
    <dgm:cxn modelId="{536AD2AE-BC3B-4691-BC9B-901B311B8F97}" type="presOf" srcId="{3C9E7DD1-91D6-477F-8FCD-076D9B0F9CC9}" destId="{51B12EC3-A48F-46FB-B684-0D3103C1C259}" srcOrd="0" destOrd="0" presId="urn:microsoft.com/office/officeart/2016/7/layout/RepeatingBendingProcessNew"/>
    <dgm:cxn modelId="{C53F15BF-1044-44D8-80F9-60CEB1949F8D}" srcId="{13F40377-92AF-43B5-A552-BA6B28CB8187}" destId="{9D66A2BC-D6A8-40FF-A144-24B3D477B976}" srcOrd="2" destOrd="0" parTransId="{ACD47D25-116C-4167-AF3E-7489942362A9}" sibTransId="{FC2B73CF-EFA6-4F03-8FD4-3825B28C410D}"/>
    <dgm:cxn modelId="{39E02DC1-F8DD-4463-8781-B25F855CC399}" type="presOf" srcId="{13F40377-92AF-43B5-A552-BA6B28CB8187}" destId="{F9DC36DC-DA63-49EC-B921-940072F283E7}" srcOrd="0" destOrd="0" presId="urn:microsoft.com/office/officeart/2016/7/layout/RepeatingBendingProcessNew"/>
    <dgm:cxn modelId="{891B52D0-1784-4902-8EC2-C224B5F7FEB3}" srcId="{13F40377-92AF-43B5-A552-BA6B28CB8187}" destId="{501471AA-0DE1-4296-B1A3-80B9957BF80A}" srcOrd="0" destOrd="0" parTransId="{C69AECF6-B3BC-497D-9E43-52E0CA0F9795}" sibTransId="{901A1F55-2498-4C93-8A35-A5A247A7179F}"/>
    <dgm:cxn modelId="{861190D9-2089-4C74-9F0C-DC7F79EEC980}" srcId="{13F40377-92AF-43B5-A552-BA6B28CB8187}" destId="{4756D073-CA16-46AD-B3B4-41C4EBD0DD2D}" srcOrd="3" destOrd="0" parTransId="{D527961A-4068-4F75-B5AA-0C8C3D0C87B2}" sibTransId="{02A3C2C5-FA77-4CAA-9B26-027CAFCD473A}"/>
    <dgm:cxn modelId="{2B3446E5-D826-49A2-9686-AC5C4B693D62}" type="presOf" srcId="{901A1F55-2498-4C93-8A35-A5A247A7179F}" destId="{CAF9FAA9-A97D-42C0-8A66-BDFB9BB72180}" srcOrd="0" destOrd="0" presId="urn:microsoft.com/office/officeart/2016/7/layout/RepeatingBendingProcessNew"/>
    <dgm:cxn modelId="{CC77EBF4-E78F-45BB-B0DD-29A4CFDFB6E1}" type="presOf" srcId="{FD3FC3FF-FF61-4AF5-8858-C7F686B48558}" destId="{72CF011F-0C6D-4D2A-B89E-A4DB96A8CB57}" srcOrd="1" destOrd="0" presId="urn:microsoft.com/office/officeart/2016/7/layout/RepeatingBendingProcessNew"/>
    <dgm:cxn modelId="{9A3B329E-9CA0-49F9-8999-81C58A7D4917}" type="presParOf" srcId="{F9DC36DC-DA63-49EC-B921-940072F283E7}" destId="{28926C2F-5E26-49D0-9901-CBF09442329C}" srcOrd="0" destOrd="0" presId="urn:microsoft.com/office/officeart/2016/7/layout/RepeatingBendingProcessNew"/>
    <dgm:cxn modelId="{4130D9E9-3F44-4A2D-A393-8F2DE5A3244D}" type="presParOf" srcId="{F9DC36DC-DA63-49EC-B921-940072F283E7}" destId="{CAF9FAA9-A97D-42C0-8A66-BDFB9BB72180}" srcOrd="1" destOrd="0" presId="urn:microsoft.com/office/officeart/2016/7/layout/RepeatingBendingProcessNew"/>
    <dgm:cxn modelId="{3F1FA758-D0E8-46B4-A62D-9021618DA565}" type="presParOf" srcId="{CAF9FAA9-A97D-42C0-8A66-BDFB9BB72180}" destId="{0A4F89A7-F51B-4405-8886-ED69FB0AFD91}" srcOrd="0" destOrd="0" presId="urn:microsoft.com/office/officeart/2016/7/layout/RepeatingBendingProcessNew"/>
    <dgm:cxn modelId="{AB57E381-0F98-4AE2-832D-26A375B0992F}" type="presParOf" srcId="{F9DC36DC-DA63-49EC-B921-940072F283E7}" destId="{A12041BF-7D20-4A03-8ABC-16B6FA3D7F16}" srcOrd="2" destOrd="0" presId="urn:microsoft.com/office/officeart/2016/7/layout/RepeatingBendingProcessNew"/>
    <dgm:cxn modelId="{0C8F1FC5-5A48-4B38-A45A-254AF28ACD24}" type="presParOf" srcId="{F9DC36DC-DA63-49EC-B921-940072F283E7}" destId="{D5D6EDF0-4568-4FDE-9D81-5153E12D03D9}" srcOrd="3" destOrd="0" presId="urn:microsoft.com/office/officeart/2016/7/layout/RepeatingBendingProcessNew"/>
    <dgm:cxn modelId="{E1D1792B-59AA-4BB5-84A1-570AE7247E40}" type="presParOf" srcId="{D5D6EDF0-4568-4FDE-9D81-5153E12D03D9}" destId="{22BD8C3A-2B9B-4E55-9D83-6CAD32D42710}" srcOrd="0" destOrd="0" presId="urn:microsoft.com/office/officeart/2016/7/layout/RepeatingBendingProcessNew"/>
    <dgm:cxn modelId="{1DCAAC4C-1ED9-43D7-A0E9-C095EE79517E}" type="presParOf" srcId="{F9DC36DC-DA63-49EC-B921-940072F283E7}" destId="{624A2934-FF08-416E-BD3D-AF2419768D3B}" srcOrd="4" destOrd="0" presId="urn:microsoft.com/office/officeart/2016/7/layout/RepeatingBendingProcessNew"/>
    <dgm:cxn modelId="{9A82AF79-EEC0-4461-8CB2-A8B7DFDD8289}" type="presParOf" srcId="{F9DC36DC-DA63-49EC-B921-940072F283E7}" destId="{2C20327B-7AF7-4489-96B2-F9BF675D36C2}" srcOrd="5" destOrd="0" presId="urn:microsoft.com/office/officeart/2016/7/layout/RepeatingBendingProcessNew"/>
    <dgm:cxn modelId="{F046D02D-5236-4D1D-A269-436AE83E8CD5}" type="presParOf" srcId="{2C20327B-7AF7-4489-96B2-F9BF675D36C2}" destId="{DF00F4B2-6451-4A4D-9B97-8D200067AE56}" srcOrd="0" destOrd="0" presId="urn:microsoft.com/office/officeart/2016/7/layout/RepeatingBendingProcessNew"/>
    <dgm:cxn modelId="{1760DD8D-A07A-461C-A079-A7E63A1DBC42}" type="presParOf" srcId="{F9DC36DC-DA63-49EC-B921-940072F283E7}" destId="{C35B3030-711E-41D7-A87A-4E1A678351C2}" srcOrd="6" destOrd="0" presId="urn:microsoft.com/office/officeart/2016/7/layout/RepeatingBendingProcessNew"/>
    <dgm:cxn modelId="{94E763FB-C67A-4F0A-8C99-C0B5C9C39BD8}" type="presParOf" srcId="{F9DC36DC-DA63-49EC-B921-940072F283E7}" destId="{6DC424EF-5F11-4844-8798-2ECEEB6B25E0}" srcOrd="7" destOrd="0" presId="urn:microsoft.com/office/officeart/2016/7/layout/RepeatingBendingProcessNew"/>
    <dgm:cxn modelId="{3B24B2E3-BDF2-4424-BA8E-B5DE35AD394C}" type="presParOf" srcId="{6DC424EF-5F11-4844-8798-2ECEEB6B25E0}" destId="{763B4164-67F9-4660-9F63-DC76A74411D2}" srcOrd="0" destOrd="0" presId="urn:microsoft.com/office/officeart/2016/7/layout/RepeatingBendingProcessNew"/>
    <dgm:cxn modelId="{BBFECA1D-5BD4-4F54-B1B7-FEE32866E828}" type="presParOf" srcId="{F9DC36DC-DA63-49EC-B921-940072F283E7}" destId="{51B12EC3-A48F-46FB-B684-0D3103C1C259}" srcOrd="8" destOrd="0" presId="urn:microsoft.com/office/officeart/2016/7/layout/RepeatingBendingProcessNew"/>
    <dgm:cxn modelId="{91316C64-E212-4996-A84B-68FF59A01268}" type="presParOf" srcId="{F9DC36DC-DA63-49EC-B921-940072F283E7}" destId="{7F96926C-C1F8-4695-B699-0008C5326D7B}" srcOrd="9" destOrd="0" presId="urn:microsoft.com/office/officeart/2016/7/layout/RepeatingBendingProcessNew"/>
    <dgm:cxn modelId="{2FB8C98C-2C40-4498-9D0E-BD46C8765B40}" type="presParOf" srcId="{7F96926C-C1F8-4695-B699-0008C5326D7B}" destId="{72CF011F-0C6D-4D2A-B89E-A4DB96A8CB57}" srcOrd="0" destOrd="0" presId="urn:microsoft.com/office/officeart/2016/7/layout/RepeatingBendingProcessNew"/>
    <dgm:cxn modelId="{F2D2BBE3-FA14-4708-A9F8-E7BB97A4CE88}" type="presParOf" srcId="{F9DC36DC-DA63-49EC-B921-940072F283E7}" destId="{C2D95DB3-B983-4444-9565-085A099B41E1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7C0886-AD04-4EC7-99F2-F64BA8B4BE2E}" type="doc">
      <dgm:prSet loTypeId="urn:microsoft.com/office/officeart/2008/layout/LinedList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9CD3B54B-C3F0-4742-96E1-E3FB279F5E77}">
      <dgm:prSet/>
      <dgm:spPr/>
      <dgm:t>
        <a:bodyPr/>
        <a:lstStyle/>
        <a:p>
          <a:r>
            <a:rPr lang="en-US" b="1" i="0" baseline="0"/>
            <a:t>Hạ tầng:</a:t>
          </a:r>
          <a:r>
            <a:rPr lang="en-US" b="0" i="0" baseline="0"/>
            <a:t> Thiết lập Spring Boot 3, cơ chế bảo mật Master Key và mã hóa Jasypt.</a:t>
          </a:r>
          <a:endParaRPr lang="en-US"/>
        </a:p>
      </dgm:t>
    </dgm:pt>
    <dgm:pt modelId="{D1659EFD-38C1-4529-904B-06448247157B}" type="parTrans" cxnId="{DF06809E-E01E-4B03-816D-E1E8518CF052}">
      <dgm:prSet/>
      <dgm:spPr/>
      <dgm:t>
        <a:bodyPr/>
        <a:lstStyle/>
        <a:p>
          <a:endParaRPr lang="en-US"/>
        </a:p>
      </dgm:t>
    </dgm:pt>
    <dgm:pt modelId="{FDDE41A5-8DAE-4130-A75F-7C55758EA63C}" type="sibTrans" cxnId="{DF06809E-E01E-4B03-816D-E1E8518CF052}">
      <dgm:prSet/>
      <dgm:spPr/>
      <dgm:t>
        <a:bodyPr/>
        <a:lstStyle/>
        <a:p>
          <a:endParaRPr lang="en-US"/>
        </a:p>
      </dgm:t>
    </dgm:pt>
    <dgm:pt modelId="{B659933D-53E7-4B96-A6FF-05F91BA00008}">
      <dgm:prSet/>
      <dgm:spPr/>
      <dgm:t>
        <a:bodyPr/>
        <a:lstStyle/>
        <a:p>
          <a:r>
            <a:rPr lang="en-US" b="1" i="0" baseline="0"/>
            <a:t>Đồng bộ:</a:t>
          </a:r>
          <a:r>
            <a:rPr lang="en-US" b="0" i="0" baseline="0"/>
            <a:t> Xây dựng Sync API xử lý dữ liệu delta (Insert/Update/Delete).</a:t>
          </a:r>
          <a:endParaRPr lang="en-US"/>
        </a:p>
      </dgm:t>
    </dgm:pt>
    <dgm:pt modelId="{D219F812-33EB-4BC5-94E4-F191A072AC61}" type="parTrans" cxnId="{72BE49D7-BE70-4FAD-A029-9F8AF906E1AA}">
      <dgm:prSet/>
      <dgm:spPr/>
      <dgm:t>
        <a:bodyPr/>
        <a:lstStyle/>
        <a:p>
          <a:endParaRPr lang="en-US"/>
        </a:p>
      </dgm:t>
    </dgm:pt>
    <dgm:pt modelId="{2A761927-7EA8-4D1F-BB3A-1ADD0F4BD03A}" type="sibTrans" cxnId="{72BE49D7-BE70-4FAD-A029-9F8AF906E1AA}">
      <dgm:prSet/>
      <dgm:spPr/>
      <dgm:t>
        <a:bodyPr/>
        <a:lstStyle/>
        <a:p>
          <a:endParaRPr lang="en-US"/>
        </a:p>
      </dgm:t>
    </dgm:pt>
    <dgm:pt modelId="{D697C4EB-2626-4DC3-A027-8184A8B684C8}">
      <dgm:prSet/>
      <dgm:spPr/>
      <dgm:t>
        <a:bodyPr/>
        <a:lstStyle/>
        <a:p>
          <a:r>
            <a:rPr lang="en-US" b="1" i="0" baseline="0"/>
            <a:t>AI Vision:</a:t>
          </a:r>
          <a:r>
            <a:rPr lang="en-US" b="0" i="0" baseline="0"/>
            <a:t> Nhập hàng tự động bằng camera, trích xuất màu sắc bằng K-Means Clustering.</a:t>
          </a:r>
          <a:endParaRPr lang="en-US"/>
        </a:p>
      </dgm:t>
    </dgm:pt>
    <dgm:pt modelId="{101D8523-B556-49EE-873F-A69101DC7D1E}" type="parTrans" cxnId="{BFD1E063-5B5F-4116-BDD9-57D264B72C6F}">
      <dgm:prSet/>
      <dgm:spPr/>
      <dgm:t>
        <a:bodyPr/>
        <a:lstStyle/>
        <a:p>
          <a:endParaRPr lang="en-US"/>
        </a:p>
      </dgm:t>
    </dgm:pt>
    <dgm:pt modelId="{15774297-2DFE-4637-9002-176F470012C6}" type="sibTrans" cxnId="{BFD1E063-5B5F-4116-BDD9-57D264B72C6F}">
      <dgm:prSet/>
      <dgm:spPr/>
      <dgm:t>
        <a:bodyPr/>
        <a:lstStyle/>
        <a:p>
          <a:endParaRPr lang="en-US"/>
        </a:p>
      </dgm:t>
    </dgm:pt>
    <dgm:pt modelId="{153E1FD3-9BB1-47C3-90F8-2098E1CC2136}" type="pres">
      <dgm:prSet presAssocID="{117C0886-AD04-4EC7-99F2-F64BA8B4BE2E}" presName="vert0" presStyleCnt="0">
        <dgm:presLayoutVars>
          <dgm:dir/>
          <dgm:animOne val="branch"/>
          <dgm:animLvl val="lvl"/>
        </dgm:presLayoutVars>
      </dgm:prSet>
      <dgm:spPr/>
    </dgm:pt>
    <dgm:pt modelId="{129B1BAD-49C1-4750-A49E-8D60E9B34990}" type="pres">
      <dgm:prSet presAssocID="{9CD3B54B-C3F0-4742-96E1-E3FB279F5E77}" presName="thickLine" presStyleLbl="alignNode1" presStyleIdx="0" presStyleCnt="3"/>
      <dgm:spPr/>
    </dgm:pt>
    <dgm:pt modelId="{82F79DBE-BA43-47AB-9786-8C74F63CA03D}" type="pres">
      <dgm:prSet presAssocID="{9CD3B54B-C3F0-4742-96E1-E3FB279F5E77}" presName="horz1" presStyleCnt="0"/>
      <dgm:spPr/>
    </dgm:pt>
    <dgm:pt modelId="{0E8C65B1-4035-4B42-8E8E-71A164811CF1}" type="pres">
      <dgm:prSet presAssocID="{9CD3B54B-C3F0-4742-96E1-E3FB279F5E77}" presName="tx1" presStyleLbl="revTx" presStyleIdx="0" presStyleCnt="3"/>
      <dgm:spPr/>
    </dgm:pt>
    <dgm:pt modelId="{1F924120-BE09-4FDB-A827-E87EC8BC0B5E}" type="pres">
      <dgm:prSet presAssocID="{9CD3B54B-C3F0-4742-96E1-E3FB279F5E77}" presName="vert1" presStyleCnt="0"/>
      <dgm:spPr/>
    </dgm:pt>
    <dgm:pt modelId="{03FEE332-9B91-4A55-9F36-7BD32F0D2788}" type="pres">
      <dgm:prSet presAssocID="{B659933D-53E7-4B96-A6FF-05F91BA00008}" presName="thickLine" presStyleLbl="alignNode1" presStyleIdx="1" presStyleCnt="3"/>
      <dgm:spPr/>
    </dgm:pt>
    <dgm:pt modelId="{9FA016F5-E4F9-4B30-AB71-B970537AD951}" type="pres">
      <dgm:prSet presAssocID="{B659933D-53E7-4B96-A6FF-05F91BA00008}" presName="horz1" presStyleCnt="0"/>
      <dgm:spPr/>
    </dgm:pt>
    <dgm:pt modelId="{E2507DCF-44FC-4931-B087-76224E13B355}" type="pres">
      <dgm:prSet presAssocID="{B659933D-53E7-4B96-A6FF-05F91BA00008}" presName="tx1" presStyleLbl="revTx" presStyleIdx="1" presStyleCnt="3"/>
      <dgm:spPr/>
    </dgm:pt>
    <dgm:pt modelId="{302C28A1-42A2-4AFF-8BDD-42F948B8F2B3}" type="pres">
      <dgm:prSet presAssocID="{B659933D-53E7-4B96-A6FF-05F91BA00008}" presName="vert1" presStyleCnt="0"/>
      <dgm:spPr/>
    </dgm:pt>
    <dgm:pt modelId="{29DAC641-E375-47B2-B6B1-93E88058A11E}" type="pres">
      <dgm:prSet presAssocID="{D697C4EB-2626-4DC3-A027-8184A8B684C8}" presName="thickLine" presStyleLbl="alignNode1" presStyleIdx="2" presStyleCnt="3"/>
      <dgm:spPr/>
    </dgm:pt>
    <dgm:pt modelId="{668F992A-0F89-4641-A698-0DBCB8BB8F5A}" type="pres">
      <dgm:prSet presAssocID="{D697C4EB-2626-4DC3-A027-8184A8B684C8}" presName="horz1" presStyleCnt="0"/>
      <dgm:spPr/>
    </dgm:pt>
    <dgm:pt modelId="{BCE5767A-C192-44C0-9FAB-8EA0A4D3489B}" type="pres">
      <dgm:prSet presAssocID="{D697C4EB-2626-4DC3-A027-8184A8B684C8}" presName="tx1" presStyleLbl="revTx" presStyleIdx="2" presStyleCnt="3"/>
      <dgm:spPr/>
    </dgm:pt>
    <dgm:pt modelId="{AB5E4FFF-98FD-44F8-9B5B-8C175B884493}" type="pres">
      <dgm:prSet presAssocID="{D697C4EB-2626-4DC3-A027-8184A8B684C8}" presName="vert1" presStyleCnt="0"/>
      <dgm:spPr/>
    </dgm:pt>
  </dgm:ptLst>
  <dgm:cxnLst>
    <dgm:cxn modelId="{9D90092B-5DE7-4E90-A39A-41168D5BD21D}" type="presOf" srcId="{B659933D-53E7-4B96-A6FF-05F91BA00008}" destId="{E2507DCF-44FC-4931-B087-76224E13B355}" srcOrd="0" destOrd="0" presId="urn:microsoft.com/office/officeart/2008/layout/LinedList"/>
    <dgm:cxn modelId="{BFD1E063-5B5F-4116-BDD9-57D264B72C6F}" srcId="{117C0886-AD04-4EC7-99F2-F64BA8B4BE2E}" destId="{D697C4EB-2626-4DC3-A027-8184A8B684C8}" srcOrd="2" destOrd="0" parTransId="{101D8523-B556-49EE-873F-A69101DC7D1E}" sibTransId="{15774297-2DFE-4637-9002-176F470012C6}"/>
    <dgm:cxn modelId="{9E6BF14A-65FC-4C08-8917-E713F096382D}" type="presOf" srcId="{D697C4EB-2626-4DC3-A027-8184A8B684C8}" destId="{BCE5767A-C192-44C0-9FAB-8EA0A4D3489B}" srcOrd="0" destOrd="0" presId="urn:microsoft.com/office/officeart/2008/layout/LinedList"/>
    <dgm:cxn modelId="{4146E652-BEE3-465F-9F3E-18C46BCEACFC}" type="presOf" srcId="{117C0886-AD04-4EC7-99F2-F64BA8B4BE2E}" destId="{153E1FD3-9BB1-47C3-90F8-2098E1CC2136}" srcOrd="0" destOrd="0" presId="urn:microsoft.com/office/officeart/2008/layout/LinedList"/>
    <dgm:cxn modelId="{DF06809E-E01E-4B03-816D-E1E8518CF052}" srcId="{117C0886-AD04-4EC7-99F2-F64BA8B4BE2E}" destId="{9CD3B54B-C3F0-4742-96E1-E3FB279F5E77}" srcOrd="0" destOrd="0" parTransId="{D1659EFD-38C1-4529-904B-06448247157B}" sibTransId="{FDDE41A5-8DAE-4130-A75F-7C55758EA63C}"/>
    <dgm:cxn modelId="{85F19BBE-121C-43B9-BED5-C63273E3A99F}" type="presOf" srcId="{9CD3B54B-C3F0-4742-96E1-E3FB279F5E77}" destId="{0E8C65B1-4035-4B42-8E8E-71A164811CF1}" srcOrd="0" destOrd="0" presId="urn:microsoft.com/office/officeart/2008/layout/LinedList"/>
    <dgm:cxn modelId="{72BE49D7-BE70-4FAD-A029-9F8AF906E1AA}" srcId="{117C0886-AD04-4EC7-99F2-F64BA8B4BE2E}" destId="{B659933D-53E7-4B96-A6FF-05F91BA00008}" srcOrd="1" destOrd="0" parTransId="{D219F812-33EB-4BC5-94E4-F191A072AC61}" sibTransId="{2A761927-7EA8-4D1F-BB3A-1ADD0F4BD03A}"/>
    <dgm:cxn modelId="{4F1EFE09-2B96-4668-A31E-B9014C374356}" type="presParOf" srcId="{153E1FD3-9BB1-47C3-90F8-2098E1CC2136}" destId="{129B1BAD-49C1-4750-A49E-8D60E9B34990}" srcOrd="0" destOrd="0" presId="urn:microsoft.com/office/officeart/2008/layout/LinedList"/>
    <dgm:cxn modelId="{2C7B57A1-A935-486A-9C76-8FEA805ECC39}" type="presParOf" srcId="{153E1FD3-9BB1-47C3-90F8-2098E1CC2136}" destId="{82F79DBE-BA43-47AB-9786-8C74F63CA03D}" srcOrd="1" destOrd="0" presId="urn:microsoft.com/office/officeart/2008/layout/LinedList"/>
    <dgm:cxn modelId="{87240835-D570-4B90-B633-473AD5928C93}" type="presParOf" srcId="{82F79DBE-BA43-47AB-9786-8C74F63CA03D}" destId="{0E8C65B1-4035-4B42-8E8E-71A164811CF1}" srcOrd="0" destOrd="0" presId="urn:microsoft.com/office/officeart/2008/layout/LinedList"/>
    <dgm:cxn modelId="{738D7AD2-C5D3-4ECC-9017-095FE7D5509D}" type="presParOf" srcId="{82F79DBE-BA43-47AB-9786-8C74F63CA03D}" destId="{1F924120-BE09-4FDB-A827-E87EC8BC0B5E}" srcOrd="1" destOrd="0" presId="urn:microsoft.com/office/officeart/2008/layout/LinedList"/>
    <dgm:cxn modelId="{DEA3331E-DA0B-4457-B6EC-87B0A21D3817}" type="presParOf" srcId="{153E1FD3-9BB1-47C3-90F8-2098E1CC2136}" destId="{03FEE332-9B91-4A55-9F36-7BD32F0D2788}" srcOrd="2" destOrd="0" presId="urn:microsoft.com/office/officeart/2008/layout/LinedList"/>
    <dgm:cxn modelId="{93CF3E88-8C1A-44D0-AC99-632EA5BE3CC1}" type="presParOf" srcId="{153E1FD3-9BB1-47C3-90F8-2098E1CC2136}" destId="{9FA016F5-E4F9-4B30-AB71-B970537AD951}" srcOrd="3" destOrd="0" presId="urn:microsoft.com/office/officeart/2008/layout/LinedList"/>
    <dgm:cxn modelId="{15126729-421E-42DE-8EDB-ABE9B95FE07C}" type="presParOf" srcId="{9FA016F5-E4F9-4B30-AB71-B970537AD951}" destId="{E2507DCF-44FC-4931-B087-76224E13B355}" srcOrd="0" destOrd="0" presId="urn:microsoft.com/office/officeart/2008/layout/LinedList"/>
    <dgm:cxn modelId="{3B5FA7D7-E572-43BA-9AB5-4E55940993CC}" type="presParOf" srcId="{9FA016F5-E4F9-4B30-AB71-B970537AD951}" destId="{302C28A1-42A2-4AFF-8BDD-42F948B8F2B3}" srcOrd="1" destOrd="0" presId="urn:microsoft.com/office/officeart/2008/layout/LinedList"/>
    <dgm:cxn modelId="{334006BA-C272-4ADF-962A-9CC08D496C6C}" type="presParOf" srcId="{153E1FD3-9BB1-47C3-90F8-2098E1CC2136}" destId="{29DAC641-E375-47B2-B6B1-93E88058A11E}" srcOrd="4" destOrd="0" presId="urn:microsoft.com/office/officeart/2008/layout/LinedList"/>
    <dgm:cxn modelId="{5C5202B6-2CAF-43BA-B4CD-3A14D140FE9F}" type="presParOf" srcId="{153E1FD3-9BB1-47C3-90F8-2098E1CC2136}" destId="{668F992A-0F89-4641-A698-0DBCB8BB8F5A}" srcOrd="5" destOrd="0" presId="urn:microsoft.com/office/officeart/2008/layout/LinedList"/>
    <dgm:cxn modelId="{160A1ADB-314E-40C0-BCCE-6C9674B55E35}" type="presParOf" srcId="{668F992A-0F89-4641-A698-0DBCB8BB8F5A}" destId="{BCE5767A-C192-44C0-9FAB-8EA0A4D3489B}" srcOrd="0" destOrd="0" presId="urn:microsoft.com/office/officeart/2008/layout/LinedList"/>
    <dgm:cxn modelId="{4C5F6E11-7233-428C-9689-4CC78569C7B7}" type="presParOf" srcId="{668F992A-0F89-4641-A698-0DBCB8BB8F5A}" destId="{AB5E4FFF-98FD-44F8-9B5B-8C175B88449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889AAE-CA0B-4471-9EE7-7C466169827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A0E3C556-BF7D-4675-B69F-9FEA68E357CF}">
      <dgm:prSet/>
      <dgm:spPr/>
      <dgm:t>
        <a:bodyPr/>
        <a:lstStyle/>
        <a:p>
          <a:r>
            <a:rPr lang="en-US" b="1" i="0" baseline="0"/>
            <a:t>Thuật toán Fit-Match:</a:t>
          </a:r>
          <a:r>
            <a:rPr lang="en-US" b="0" i="0" baseline="0"/>
            <a:t> Gợi ý size dựa trên số đo 3 vòng và trọng số ưu tiên cho Áo dài.</a:t>
          </a:r>
          <a:endParaRPr lang="en-US"/>
        </a:p>
      </dgm:t>
    </dgm:pt>
    <dgm:pt modelId="{87B6D31A-2DA2-40CE-86CB-5D050145F179}" type="parTrans" cxnId="{E7CDDACA-17BC-4F65-A007-8EBB44FAE642}">
      <dgm:prSet/>
      <dgm:spPr/>
      <dgm:t>
        <a:bodyPr/>
        <a:lstStyle/>
        <a:p>
          <a:endParaRPr lang="en-US"/>
        </a:p>
      </dgm:t>
    </dgm:pt>
    <dgm:pt modelId="{FB27EDC9-91C5-4B9E-81DD-461B16777A15}" type="sibTrans" cxnId="{E7CDDACA-17BC-4F65-A007-8EBB44FAE642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681346B2-5CFA-4EE6-BA95-912F99882517}">
      <dgm:prSet/>
      <dgm:spPr/>
      <dgm:t>
        <a:bodyPr/>
        <a:lstStyle/>
        <a:p>
          <a:r>
            <a:rPr lang="en-US" b="1" i="0" baseline="0"/>
            <a:t>Thanh toán:</a:t>
          </a:r>
          <a:r>
            <a:rPr lang="en-US" b="0" i="0" baseline="0"/>
            <a:t> Tích hợp VietQR chuẩn EMVCo và hệ thống Webhook tự động cập nhật kho hàng.</a:t>
          </a:r>
          <a:endParaRPr lang="en-US"/>
        </a:p>
      </dgm:t>
    </dgm:pt>
    <dgm:pt modelId="{73276BD9-59E5-4DD7-9F0E-E15760461500}" type="parTrans" cxnId="{CEF7ADFD-FE1D-41BC-AA31-3710283289FF}">
      <dgm:prSet/>
      <dgm:spPr/>
      <dgm:t>
        <a:bodyPr/>
        <a:lstStyle/>
        <a:p>
          <a:endParaRPr lang="en-US"/>
        </a:p>
      </dgm:t>
    </dgm:pt>
    <dgm:pt modelId="{1BBE8EE7-4420-494F-BD04-62DE11061C59}" type="sibTrans" cxnId="{CEF7ADFD-FE1D-41BC-AA31-3710283289FF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74EE5B9F-4555-4373-B2C6-30BFC2BADE1F}">
      <dgm:prSet/>
      <dgm:spPr/>
      <dgm:t>
        <a:bodyPr/>
        <a:lstStyle/>
        <a:p>
          <a:r>
            <a:rPr lang="en-US" b="1" i="0" baseline="0"/>
            <a:t>Báo cáo:</a:t>
          </a:r>
          <a:r>
            <a:rPr lang="en-US" b="0" i="0" baseline="0"/>
            <a:t> Tự động tổng hợp doanh thu, lợi nhuận và bảo mật chặt chẽ giá nhập hàng.</a:t>
          </a:r>
          <a:endParaRPr lang="en-US"/>
        </a:p>
      </dgm:t>
    </dgm:pt>
    <dgm:pt modelId="{4322AEBA-D776-4EC7-9970-54F8FA91A0B8}" type="parTrans" cxnId="{D504C8E4-D444-44C0-A750-EB33027732C8}">
      <dgm:prSet/>
      <dgm:spPr/>
      <dgm:t>
        <a:bodyPr/>
        <a:lstStyle/>
        <a:p>
          <a:endParaRPr lang="en-US"/>
        </a:p>
      </dgm:t>
    </dgm:pt>
    <dgm:pt modelId="{78B2007A-06C8-4E99-90B1-C080691ADCCD}" type="sibTrans" cxnId="{D504C8E4-D444-44C0-A750-EB33027732C8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57C313B6-9BA4-431E-BEE1-C3EC22EEA83B}" type="pres">
      <dgm:prSet presAssocID="{2D889AAE-CA0B-4471-9EE7-7C4661698271}" presName="Name0" presStyleCnt="0">
        <dgm:presLayoutVars>
          <dgm:animLvl val="lvl"/>
          <dgm:resizeHandles val="exact"/>
        </dgm:presLayoutVars>
      </dgm:prSet>
      <dgm:spPr/>
    </dgm:pt>
    <dgm:pt modelId="{3F312F38-9683-41F2-AD75-9A5DE64EE946}" type="pres">
      <dgm:prSet presAssocID="{A0E3C556-BF7D-4675-B69F-9FEA68E357CF}" presName="compositeNode" presStyleCnt="0">
        <dgm:presLayoutVars>
          <dgm:bulletEnabled val="1"/>
        </dgm:presLayoutVars>
      </dgm:prSet>
      <dgm:spPr/>
    </dgm:pt>
    <dgm:pt modelId="{A42F3083-F450-4BC9-B5BA-E59B86083436}" type="pres">
      <dgm:prSet presAssocID="{A0E3C556-BF7D-4675-B69F-9FEA68E357CF}" presName="bgRect" presStyleLbl="alignNode1" presStyleIdx="0" presStyleCnt="3"/>
      <dgm:spPr/>
    </dgm:pt>
    <dgm:pt modelId="{B612566A-7C06-482F-9091-AF990E0D3DDB}" type="pres">
      <dgm:prSet presAssocID="{FB27EDC9-91C5-4B9E-81DD-461B16777A15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8902E67A-C182-420A-8B4E-D99268F81E1C}" type="pres">
      <dgm:prSet presAssocID="{A0E3C556-BF7D-4675-B69F-9FEA68E357CF}" presName="nodeRect" presStyleLbl="alignNode1" presStyleIdx="0" presStyleCnt="3">
        <dgm:presLayoutVars>
          <dgm:bulletEnabled val="1"/>
        </dgm:presLayoutVars>
      </dgm:prSet>
      <dgm:spPr/>
    </dgm:pt>
    <dgm:pt modelId="{D220B3F2-1A6A-4D1E-BE5F-B11418E7E33F}" type="pres">
      <dgm:prSet presAssocID="{FB27EDC9-91C5-4B9E-81DD-461B16777A15}" presName="sibTrans" presStyleCnt="0"/>
      <dgm:spPr/>
    </dgm:pt>
    <dgm:pt modelId="{95377BE7-0652-4F8F-97E8-32A7BBF65104}" type="pres">
      <dgm:prSet presAssocID="{681346B2-5CFA-4EE6-BA95-912F99882517}" presName="compositeNode" presStyleCnt="0">
        <dgm:presLayoutVars>
          <dgm:bulletEnabled val="1"/>
        </dgm:presLayoutVars>
      </dgm:prSet>
      <dgm:spPr/>
    </dgm:pt>
    <dgm:pt modelId="{7AD780AC-A4B9-4471-8FB5-CFE85722614E}" type="pres">
      <dgm:prSet presAssocID="{681346B2-5CFA-4EE6-BA95-912F99882517}" presName="bgRect" presStyleLbl="alignNode1" presStyleIdx="1" presStyleCnt="3"/>
      <dgm:spPr/>
    </dgm:pt>
    <dgm:pt modelId="{B38236F4-533E-4275-B31C-0DF121ADFADE}" type="pres">
      <dgm:prSet presAssocID="{1BBE8EE7-4420-494F-BD04-62DE11061C59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ED93DBAF-5043-45F9-ADCA-E6B953D83212}" type="pres">
      <dgm:prSet presAssocID="{681346B2-5CFA-4EE6-BA95-912F99882517}" presName="nodeRect" presStyleLbl="alignNode1" presStyleIdx="1" presStyleCnt="3">
        <dgm:presLayoutVars>
          <dgm:bulletEnabled val="1"/>
        </dgm:presLayoutVars>
      </dgm:prSet>
      <dgm:spPr/>
    </dgm:pt>
    <dgm:pt modelId="{EAEBA92D-A26B-4FFA-90C5-398F66CA708A}" type="pres">
      <dgm:prSet presAssocID="{1BBE8EE7-4420-494F-BD04-62DE11061C59}" presName="sibTrans" presStyleCnt="0"/>
      <dgm:spPr/>
    </dgm:pt>
    <dgm:pt modelId="{B53F10CB-63D3-475C-B7FB-635CDD75DFBE}" type="pres">
      <dgm:prSet presAssocID="{74EE5B9F-4555-4373-B2C6-30BFC2BADE1F}" presName="compositeNode" presStyleCnt="0">
        <dgm:presLayoutVars>
          <dgm:bulletEnabled val="1"/>
        </dgm:presLayoutVars>
      </dgm:prSet>
      <dgm:spPr/>
    </dgm:pt>
    <dgm:pt modelId="{268BB9A0-08DD-4B52-AA10-B97F0AD798F8}" type="pres">
      <dgm:prSet presAssocID="{74EE5B9F-4555-4373-B2C6-30BFC2BADE1F}" presName="bgRect" presStyleLbl="alignNode1" presStyleIdx="2" presStyleCnt="3"/>
      <dgm:spPr/>
    </dgm:pt>
    <dgm:pt modelId="{03E61EA9-D8FB-44CE-B54C-E57C0EC4E2C8}" type="pres">
      <dgm:prSet presAssocID="{78B2007A-06C8-4E99-90B1-C080691ADCCD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F5599EE1-7DB8-4F3E-9E38-9DEB484D7350}" type="pres">
      <dgm:prSet presAssocID="{74EE5B9F-4555-4373-B2C6-30BFC2BADE1F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78A2E519-09A6-4593-925B-9827934E2935}" type="presOf" srcId="{78B2007A-06C8-4E99-90B1-C080691ADCCD}" destId="{03E61EA9-D8FB-44CE-B54C-E57C0EC4E2C8}" srcOrd="0" destOrd="0" presId="urn:microsoft.com/office/officeart/2016/7/layout/LinearBlockProcessNumbered"/>
    <dgm:cxn modelId="{8560D31D-630E-405C-9042-D6602D15357E}" type="presOf" srcId="{74EE5B9F-4555-4373-B2C6-30BFC2BADE1F}" destId="{268BB9A0-08DD-4B52-AA10-B97F0AD798F8}" srcOrd="0" destOrd="0" presId="urn:microsoft.com/office/officeart/2016/7/layout/LinearBlockProcessNumbered"/>
    <dgm:cxn modelId="{8EB3255D-DFAE-4810-BA76-4EDCB9279A7F}" type="presOf" srcId="{2D889AAE-CA0B-4471-9EE7-7C4661698271}" destId="{57C313B6-9BA4-431E-BEE1-C3EC22EEA83B}" srcOrd="0" destOrd="0" presId="urn:microsoft.com/office/officeart/2016/7/layout/LinearBlockProcessNumbered"/>
    <dgm:cxn modelId="{3A8B3F6B-B879-49ED-8176-DA258FF80812}" type="presOf" srcId="{681346B2-5CFA-4EE6-BA95-912F99882517}" destId="{ED93DBAF-5043-45F9-ADCA-E6B953D83212}" srcOrd="1" destOrd="0" presId="urn:microsoft.com/office/officeart/2016/7/layout/LinearBlockProcessNumbered"/>
    <dgm:cxn modelId="{FC49A14D-15A4-426E-8DA6-5048CA6686ED}" type="presOf" srcId="{A0E3C556-BF7D-4675-B69F-9FEA68E357CF}" destId="{A42F3083-F450-4BC9-B5BA-E59B86083436}" srcOrd="0" destOrd="0" presId="urn:microsoft.com/office/officeart/2016/7/layout/LinearBlockProcessNumbered"/>
    <dgm:cxn modelId="{08A5BF71-2A8B-436B-8B4B-B26289019095}" type="presOf" srcId="{74EE5B9F-4555-4373-B2C6-30BFC2BADE1F}" destId="{F5599EE1-7DB8-4F3E-9E38-9DEB484D7350}" srcOrd="1" destOrd="0" presId="urn:microsoft.com/office/officeart/2016/7/layout/LinearBlockProcessNumbered"/>
    <dgm:cxn modelId="{56FE5BB6-187C-4BED-A1FD-8B68C31E9C5E}" type="presOf" srcId="{FB27EDC9-91C5-4B9E-81DD-461B16777A15}" destId="{B612566A-7C06-482F-9091-AF990E0D3DDB}" srcOrd="0" destOrd="0" presId="urn:microsoft.com/office/officeart/2016/7/layout/LinearBlockProcessNumbered"/>
    <dgm:cxn modelId="{E7CDDACA-17BC-4F65-A007-8EBB44FAE642}" srcId="{2D889AAE-CA0B-4471-9EE7-7C4661698271}" destId="{A0E3C556-BF7D-4675-B69F-9FEA68E357CF}" srcOrd="0" destOrd="0" parTransId="{87B6D31A-2DA2-40CE-86CB-5D050145F179}" sibTransId="{FB27EDC9-91C5-4B9E-81DD-461B16777A15}"/>
    <dgm:cxn modelId="{C50AE7D3-D111-41E1-A29E-70BD53AF34BF}" type="presOf" srcId="{681346B2-5CFA-4EE6-BA95-912F99882517}" destId="{7AD780AC-A4B9-4471-8FB5-CFE85722614E}" srcOrd="0" destOrd="0" presId="urn:microsoft.com/office/officeart/2016/7/layout/LinearBlockProcessNumbered"/>
    <dgm:cxn modelId="{FCE26BE3-8CAD-49FD-9ECB-9EE554E6F0D2}" type="presOf" srcId="{1BBE8EE7-4420-494F-BD04-62DE11061C59}" destId="{B38236F4-533E-4275-B31C-0DF121ADFADE}" srcOrd="0" destOrd="0" presId="urn:microsoft.com/office/officeart/2016/7/layout/LinearBlockProcessNumbered"/>
    <dgm:cxn modelId="{D504C8E4-D444-44C0-A750-EB33027732C8}" srcId="{2D889AAE-CA0B-4471-9EE7-7C4661698271}" destId="{74EE5B9F-4555-4373-B2C6-30BFC2BADE1F}" srcOrd="2" destOrd="0" parTransId="{4322AEBA-D776-4EC7-9970-54F8FA91A0B8}" sibTransId="{78B2007A-06C8-4E99-90B1-C080691ADCCD}"/>
    <dgm:cxn modelId="{7BBD26F9-E369-4AF7-BBEA-71A7FAFEA2B2}" type="presOf" srcId="{A0E3C556-BF7D-4675-B69F-9FEA68E357CF}" destId="{8902E67A-C182-420A-8B4E-D99268F81E1C}" srcOrd="1" destOrd="0" presId="urn:microsoft.com/office/officeart/2016/7/layout/LinearBlockProcessNumbered"/>
    <dgm:cxn modelId="{CEF7ADFD-FE1D-41BC-AA31-3710283289FF}" srcId="{2D889AAE-CA0B-4471-9EE7-7C4661698271}" destId="{681346B2-5CFA-4EE6-BA95-912F99882517}" srcOrd="1" destOrd="0" parTransId="{73276BD9-59E5-4DD7-9F0E-E15760461500}" sibTransId="{1BBE8EE7-4420-494F-BD04-62DE11061C59}"/>
    <dgm:cxn modelId="{8971663E-1914-4BA2-9BEC-4683BA251AA8}" type="presParOf" srcId="{57C313B6-9BA4-431E-BEE1-C3EC22EEA83B}" destId="{3F312F38-9683-41F2-AD75-9A5DE64EE946}" srcOrd="0" destOrd="0" presId="urn:microsoft.com/office/officeart/2016/7/layout/LinearBlockProcessNumbered"/>
    <dgm:cxn modelId="{F8855CBF-7A4A-4E67-81A8-07891C531AF9}" type="presParOf" srcId="{3F312F38-9683-41F2-AD75-9A5DE64EE946}" destId="{A42F3083-F450-4BC9-B5BA-E59B86083436}" srcOrd="0" destOrd="0" presId="urn:microsoft.com/office/officeart/2016/7/layout/LinearBlockProcessNumbered"/>
    <dgm:cxn modelId="{B4E534A7-B58F-44BF-95DB-25C1342D056C}" type="presParOf" srcId="{3F312F38-9683-41F2-AD75-9A5DE64EE946}" destId="{B612566A-7C06-482F-9091-AF990E0D3DDB}" srcOrd="1" destOrd="0" presId="urn:microsoft.com/office/officeart/2016/7/layout/LinearBlockProcessNumbered"/>
    <dgm:cxn modelId="{6FCECE0D-6A7A-4F54-AF9D-CBA892BF381B}" type="presParOf" srcId="{3F312F38-9683-41F2-AD75-9A5DE64EE946}" destId="{8902E67A-C182-420A-8B4E-D99268F81E1C}" srcOrd="2" destOrd="0" presId="urn:microsoft.com/office/officeart/2016/7/layout/LinearBlockProcessNumbered"/>
    <dgm:cxn modelId="{D3279300-8708-4A19-AF89-B8FD5F0407C0}" type="presParOf" srcId="{57C313B6-9BA4-431E-BEE1-C3EC22EEA83B}" destId="{D220B3F2-1A6A-4D1E-BE5F-B11418E7E33F}" srcOrd="1" destOrd="0" presId="urn:microsoft.com/office/officeart/2016/7/layout/LinearBlockProcessNumbered"/>
    <dgm:cxn modelId="{B09C55BD-CA71-40CB-AF05-08BB6EDA9793}" type="presParOf" srcId="{57C313B6-9BA4-431E-BEE1-C3EC22EEA83B}" destId="{95377BE7-0652-4F8F-97E8-32A7BBF65104}" srcOrd="2" destOrd="0" presId="urn:microsoft.com/office/officeart/2016/7/layout/LinearBlockProcessNumbered"/>
    <dgm:cxn modelId="{65A5EE30-7C6B-4538-9C50-250E7238E6CC}" type="presParOf" srcId="{95377BE7-0652-4F8F-97E8-32A7BBF65104}" destId="{7AD780AC-A4B9-4471-8FB5-CFE85722614E}" srcOrd="0" destOrd="0" presId="urn:microsoft.com/office/officeart/2016/7/layout/LinearBlockProcessNumbered"/>
    <dgm:cxn modelId="{C392C824-19A1-462E-B0B3-C97C049C70DE}" type="presParOf" srcId="{95377BE7-0652-4F8F-97E8-32A7BBF65104}" destId="{B38236F4-533E-4275-B31C-0DF121ADFADE}" srcOrd="1" destOrd="0" presId="urn:microsoft.com/office/officeart/2016/7/layout/LinearBlockProcessNumbered"/>
    <dgm:cxn modelId="{1DB05062-98B5-4AF8-A177-1A7CFE81E4DA}" type="presParOf" srcId="{95377BE7-0652-4F8F-97E8-32A7BBF65104}" destId="{ED93DBAF-5043-45F9-ADCA-E6B953D83212}" srcOrd="2" destOrd="0" presId="urn:microsoft.com/office/officeart/2016/7/layout/LinearBlockProcessNumbered"/>
    <dgm:cxn modelId="{21ABE651-2AF9-4969-8744-C2A5AE388384}" type="presParOf" srcId="{57C313B6-9BA4-431E-BEE1-C3EC22EEA83B}" destId="{EAEBA92D-A26B-4FFA-90C5-398F66CA708A}" srcOrd="3" destOrd="0" presId="urn:microsoft.com/office/officeart/2016/7/layout/LinearBlockProcessNumbered"/>
    <dgm:cxn modelId="{D252D97A-D0C2-4C1E-9E3D-1EB35D31E114}" type="presParOf" srcId="{57C313B6-9BA4-431E-BEE1-C3EC22EEA83B}" destId="{B53F10CB-63D3-475C-B7FB-635CDD75DFBE}" srcOrd="4" destOrd="0" presId="urn:microsoft.com/office/officeart/2016/7/layout/LinearBlockProcessNumbered"/>
    <dgm:cxn modelId="{1F527C6C-A16F-4952-9EB2-CA3206409E22}" type="presParOf" srcId="{B53F10CB-63D3-475C-B7FB-635CDD75DFBE}" destId="{268BB9A0-08DD-4B52-AA10-B97F0AD798F8}" srcOrd="0" destOrd="0" presId="urn:microsoft.com/office/officeart/2016/7/layout/LinearBlockProcessNumbered"/>
    <dgm:cxn modelId="{560E1022-582C-4DB4-9574-273B1DA62A8D}" type="presParOf" srcId="{B53F10CB-63D3-475C-B7FB-635CDD75DFBE}" destId="{03E61EA9-D8FB-44CE-B54C-E57C0EC4E2C8}" srcOrd="1" destOrd="0" presId="urn:microsoft.com/office/officeart/2016/7/layout/LinearBlockProcessNumbered"/>
    <dgm:cxn modelId="{87BBA904-577B-4CD3-B20F-E3EFFD9F50B7}" type="presParOf" srcId="{B53F10CB-63D3-475C-B7FB-635CDD75DFBE}" destId="{F5599EE1-7DB8-4F3E-9E38-9DEB484D735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5F5C266-C2E7-401D-8E3B-1B4F6DAAB7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B85E85B-FFBA-46EA-8AE2-718130AC2A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Hệ sinh thái thợ sửa:</a:t>
          </a:r>
          <a:r>
            <a:rPr lang="en-US" b="0" i="0" baseline="0"/>
            <a:t> Quản lý quy trình sửa đồ, ví điện tử cho thợ và hệ thống đánh giá sao.</a:t>
          </a:r>
          <a:endParaRPr lang="en-US"/>
        </a:p>
      </dgm:t>
    </dgm:pt>
    <dgm:pt modelId="{93195EC7-177C-4B79-876D-5237AABE24D2}" type="parTrans" cxnId="{38B64B59-505A-410C-8FB2-616550171C54}">
      <dgm:prSet/>
      <dgm:spPr/>
      <dgm:t>
        <a:bodyPr/>
        <a:lstStyle/>
        <a:p>
          <a:endParaRPr lang="en-US"/>
        </a:p>
      </dgm:t>
    </dgm:pt>
    <dgm:pt modelId="{290A6A20-FCD9-49A7-9E19-91122D938193}" type="sibTrans" cxnId="{38B64B59-505A-410C-8FB2-616550171C54}">
      <dgm:prSet/>
      <dgm:spPr/>
      <dgm:t>
        <a:bodyPr/>
        <a:lstStyle/>
        <a:p>
          <a:endParaRPr lang="en-US"/>
        </a:p>
      </dgm:t>
    </dgm:pt>
    <dgm:pt modelId="{4FC67D87-4F9E-4F58-A41E-07EBAFCEE4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Marketing tự động:</a:t>
          </a:r>
          <a:r>
            <a:rPr lang="en-US" b="0" i="0" baseline="0"/>
            <a:t> Tích điểm bằng Spring AOP và kịch bản nhắc nhở giỏ hàng/đánh giá qua Email.</a:t>
          </a:r>
          <a:endParaRPr lang="en-US"/>
        </a:p>
      </dgm:t>
    </dgm:pt>
    <dgm:pt modelId="{088BED43-5663-4C9A-A2EA-E637E8997F0A}" type="parTrans" cxnId="{57C7EF84-3766-4EDB-80CF-5DD0AB82D95B}">
      <dgm:prSet/>
      <dgm:spPr/>
      <dgm:t>
        <a:bodyPr/>
        <a:lstStyle/>
        <a:p>
          <a:endParaRPr lang="en-US"/>
        </a:p>
      </dgm:t>
    </dgm:pt>
    <dgm:pt modelId="{B9C8AB32-5992-455A-9970-6FFF19C0C8D7}" type="sibTrans" cxnId="{57C7EF84-3766-4EDB-80CF-5DD0AB82D95B}">
      <dgm:prSet/>
      <dgm:spPr/>
      <dgm:t>
        <a:bodyPr/>
        <a:lstStyle/>
        <a:p>
          <a:endParaRPr lang="en-US"/>
        </a:p>
      </dgm:t>
    </dgm:pt>
    <dgm:pt modelId="{2D875B8E-69D6-4B58-AE23-C80736DB4A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Đóng gói:</a:t>
          </a:r>
          <a:r>
            <a:rPr lang="en-US" b="0" i="0" baseline="0"/>
            <a:t> Triển khai bằng Docker và tạo bộ cài offline (.exe) nhúng sẵn JRE.</a:t>
          </a:r>
          <a:endParaRPr lang="en-US"/>
        </a:p>
      </dgm:t>
    </dgm:pt>
    <dgm:pt modelId="{9657B7A8-63B7-4066-BF6D-5B0FF07FC570}" type="parTrans" cxnId="{1BA63DCD-5551-4F00-9218-0686648211CC}">
      <dgm:prSet/>
      <dgm:spPr/>
      <dgm:t>
        <a:bodyPr/>
        <a:lstStyle/>
        <a:p>
          <a:endParaRPr lang="en-US"/>
        </a:p>
      </dgm:t>
    </dgm:pt>
    <dgm:pt modelId="{05D7FC78-3ED7-403F-90A5-1FD38ABD4AFC}" type="sibTrans" cxnId="{1BA63DCD-5551-4F00-9218-0686648211CC}">
      <dgm:prSet/>
      <dgm:spPr/>
      <dgm:t>
        <a:bodyPr/>
        <a:lstStyle/>
        <a:p>
          <a:endParaRPr lang="en-US"/>
        </a:p>
      </dgm:t>
    </dgm:pt>
    <dgm:pt modelId="{D3FDBE18-623A-409D-A540-EE5C5F05778F}" type="pres">
      <dgm:prSet presAssocID="{A5F5C266-C2E7-401D-8E3B-1B4F6DAAB767}" presName="root" presStyleCnt="0">
        <dgm:presLayoutVars>
          <dgm:dir/>
          <dgm:resizeHandles val="exact"/>
        </dgm:presLayoutVars>
      </dgm:prSet>
      <dgm:spPr/>
    </dgm:pt>
    <dgm:pt modelId="{F5F69190-0815-4593-AF5B-E1F38953E074}" type="pres">
      <dgm:prSet presAssocID="{9B85E85B-FFBA-46EA-8AE2-718130AC2AE2}" presName="compNode" presStyleCnt="0"/>
      <dgm:spPr/>
    </dgm:pt>
    <dgm:pt modelId="{6512E4FC-0C0F-4171-9ADF-64828C664598}" type="pres">
      <dgm:prSet presAssocID="{9B85E85B-FFBA-46EA-8AE2-718130AC2AE2}" presName="bgRect" presStyleLbl="bgShp" presStyleIdx="0" presStyleCnt="3"/>
      <dgm:spPr/>
    </dgm:pt>
    <dgm:pt modelId="{11110C32-CB8A-4FD8-84BC-C97010512FAE}" type="pres">
      <dgm:prSet presAssocID="{9B85E85B-FFBA-46EA-8AE2-718130AC2AE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 with Left Arrow"/>
        </a:ext>
      </dgm:extLst>
    </dgm:pt>
    <dgm:pt modelId="{F2C9D16D-720D-422F-8434-E593C26A847B}" type="pres">
      <dgm:prSet presAssocID="{9B85E85B-FFBA-46EA-8AE2-718130AC2AE2}" presName="spaceRect" presStyleCnt="0"/>
      <dgm:spPr/>
    </dgm:pt>
    <dgm:pt modelId="{CBD375B5-C017-48A9-91EF-DAFB4530A4C4}" type="pres">
      <dgm:prSet presAssocID="{9B85E85B-FFBA-46EA-8AE2-718130AC2AE2}" presName="parTx" presStyleLbl="revTx" presStyleIdx="0" presStyleCnt="3">
        <dgm:presLayoutVars>
          <dgm:chMax val="0"/>
          <dgm:chPref val="0"/>
        </dgm:presLayoutVars>
      </dgm:prSet>
      <dgm:spPr/>
    </dgm:pt>
    <dgm:pt modelId="{4A57D251-5A97-4317-A10C-A3EBE564E210}" type="pres">
      <dgm:prSet presAssocID="{290A6A20-FCD9-49A7-9E19-91122D938193}" presName="sibTrans" presStyleCnt="0"/>
      <dgm:spPr/>
    </dgm:pt>
    <dgm:pt modelId="{29DF770F-A784-4D7E-816F-4A90A890C54A}" type="pres">
      <dgm:prSet presAssocID="{4FC67D87-4F9E-4F58-A41E-07EBAFCEE46F}" presName="compNode" presStyleCnt="0"/>
      <dgm:spPr/>
    </dgm:pt>
    <dgm:pt modelId="{38B35BF1-128D-4615-BE12-C4E8ACB2ECE2}" type="pres">
      <dgm:prSet presAssocID="{4FC67D87-4F9E-4F58-A41E-07EBAFCEE46F}" presName="bgRect" presStyleLbl="bgShp" presStyleIdx="1" presStyleCnt="3"/>
      <dgm:spPr/>
    </dgm:pt>
    <dgm:pt modelId="{D4FBA1B8-1747-4BCE-8139-D774900F450B}" type="pres">
      <dgm:prSet presAssocID="{4FC67D87-4F9E-4F58-A41E-07EBAFCEE46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3E1957A8-5D80-4A56-8BA1-345FBC5AD937}" type="pres">
      <dgm:prSet presAssocID="{4FC67D87-4F9E-4F58-A41E-07EBAFCEE46F}" presName="spaceRect" presStyleCnt="0"/>
      <dgm:spPr/>
    </dgm:pt>
    <dgm:pt modelId="{2C6FED1F-E424-4F3F-BBD1-751408872865}" type="pres">
      <dgm:prSet presAssocID="{4FC67D87-4F9E-4F58-A41E-07EBAFCEE46F}" presName="parTx" presStyleLbl="revTx" presStyleIdx="1" presStyleCnt="3">
        <dgm:presLayoutVars>
          <dgm:chMax val="0"/>
          <dgm:chPref val="0"/>
        </dgm:presLayoutVars>
      </dgm:prSet>
      <dgm:spPr/>
    </dgm:pt>
    <dgm:pt modelId="{603CCD0A-FA10-41A7-84D0-3D3A22EBFD11}" type="pres">
      <dgm:prSet presAssocID="{B9C8AB32-5992-455A-9970-6FFF19C0C8D7}" presName="sibTrans" presStyleCnt="0"/>
      <dgm:spPr/>
    </dgm:pt>
    <dgm:pt modelId="{7E8B95D6-7646-43E2-A289-A76849D947C5}" type="pres">
      <dgm:prSet presAssocID="{2D875B8E-69D6-4B58-AE23-C80736DB4A26}" presName="compNode" presStyleCnt="0"/>
      <dgm:spPr/>
    </dgm:pt>
    <dgm:pt modelId="{4AA1382E-8F7F-4480-B65E-3C84AB9096F0}" type="pres">
      <dgm:prSet presAssocID="{2D875B8E-69D6-4B58-AE23-C80736DB4A26}" presName="bgRect" presStyleLbl="bgShp" presStyleIdx="2" presStyleCnt="3"/>
      <dgm:spPr/>
    </dgm:pt>
    <dgm:pt modelId="{2EB48AD0-2C96-46BF-AA5A-CDB7B9783CFB}" type="pres">
      <dgm:prSet presAssocID="{2D875B8E-69D6-4B58-AE23-C80736DB4A2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687CD892-79DC-40D6-BBBD-991E04D0F79A}" type="pres">
      <dgm:prSet presAssocID="{2D875B8E-69D6-4B58-AE23-C80736DB4A26}" presName="spaceRect" presStyleCnt="0"/>
      <dgm:spPr/>
    </dgm:pt>
    <dgm:pt modelId="{9AFDB3B8-E994-47BB-82FC-47F96E79C708}" type="pres">
      <dgm:prSet presAssocID="{2D875B8E-69D6-4B58-AE23-C80736DB4A2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8B64B59-505A-410C-8FB2-616550171C54}" srcId="{A5F5C266-C2E7-401D-8E3B-1B4F6DAAB767}" destId="{9B85E85B-FFBA-46EA-8AE2-718130AC2AE2}" srcOrd="0" destOrd="0" parTransId="{93195EC7-177C-4B79-876D-5237AABE24D2}" sibTransId="{290A6A20-FCD9-49A7-9E19-91122D938193}"/>
    <dgm:cxn modelId="{57C7EF84-3766-4EDB-80CF-5DD0AB82D95B}" srcId="{A5F5C266-C2E7-401D-8E3B-1B4F6DAAB767}" destId="{4FC67D87-4F9E-4F58-A41E-07EBAFCEE46F}" srcOrd="1" destOrd="0" parTransId="{088BED43-5663-4C9A-A2EA-E637E8997F0A}" sibTransId="{B9C8AB32-5992-455A-9970-6FFF19C0C8D7}"/>
    <dgm:cxn modelId="{411F4A95-946B-4FFC-9A4C-FF83629417A5}" type="presOf" srcId="{4FC67D87-4F9E-4F58-A41E-07EBAFCEE46F}" destId="{2C6FED1F-E424-4F3F-BBD1-751408872865}" srcOrd="0" destOrd="0" presId="urn:microsoft.com/office/officeart/2018/2/layout/IconVerticalSolidList"/>
    <dgm:cxn modelId="{C640D09D-91BB-4F31-AC3B-F1E1AC6A3D4C}" type="presOf" srcId="{9B85E85B-FFBA-46EA-8AE2-718130AC2AE2}" destId="{CBD375B5-C017-48A9-91EF-DAFB4530A4C4}" srcOrd="0" destOrd="0" presId="urn:microsoft.com/office/officeart/2018/2/layout/IconVerticalSolidList"/>
    <dgm:cxn modelId="{E83D49A7-A55E-43F0-A659-EC065EB006EB}" type="presOf" srcId="{A5F5C266-C2E7-401D-8E3B-1B4F6DAAB767}" destId="{D3FDBE18-623A-409D-A540-EE5C5F05778F}" srcOrd="0" destOrd="0" presId="urn:microsoft.com/office/officeart/2018/2/layout/IconVerticalSolidList"/>
    <dgm:cxn modelId="{3D790EBD-21C3-450F-A2BC-34E96C84C1E8}" type="presOf" srcId="{2D875B8E-69D6-4B58-AE23-C80736DB4A26}" destId="{9AFDB3B8-E994-47BB-82FC-47F96E79C708}" srcOrd="0" destOrd="0" presId="urn:microsoft.com/office/officeart/2018/2/layout/IconVerticalSolidList"/>
    <dgm:cxn modelId="{1BA63DCD-5551-4F00-9218-0686648211CC}" srcId="{A5F5C266-C2E7-401D-8E3B-1B4F6DAAB767}" destId="{2D875B8E-69D6-4B58-AE23-C80736DB4A26}" srcOrd="2" destOrd="0" parTransId="{9657B7A8-63B7-4066-BF6D-5B0FF07FC570}" sibTransId="{05D7FC78-3ED7-403F-90A5-1FD38ABD4AFC}"/>
    <dgm:cxn modelId="{A715605D-639C-435A-9F87-3EBD9EE32AFD}" type="presParOf" srcId="{D3FDBE18-623A-409D-A540-EE5C5F05778F}" destId="{F5F69190-0815-4593-AF5B-E1F38953E074}" srcOrd="0" destOrd="0" presId="urn:microsoft.com/office/officeart/2018/2/layout/IconVerticalSolidList"/>
    <dgm:cxn modelId="{1C9D1515-1E1D-4B5C-947A-19C384508B03}" type="presParOf" srcId="{F5F69190-0815-4593-AF5B-E1F38953E074}" destId="{6512E4FC-0C0F-4171-9ADF-64828C664598}" srcOrd="0" destOrd="0" presId="urn:microsoft.com/office/officeart/2018/2/layout/IconVerticalSolidList"/>
    <dgm:cxn modelId="{56932134-C7A6-4E63-B2D6-68C26224EF89}" type="presParOf" srcId="{F5F69190-0815-4593-AF5B-E1F38953E074}" destId="{11110C32-CB8A-4FD8-84BC-C97010512FAE}" srcOrd="1" destOrd="0" presId="urn:microsoft.com/office/officeart/2018/2/layout/IconVerticalSolidList"/>
    <dgm:cxn modelId="{A0866078-5F4F-4CED-BF41-A303F0535F4A}" type="presParOf" srcId="{F5F69190-0815-4593-AF5B-E1F38953E074}" destId="{F2C9D16D-720D-422F-8434-E593C26A847B}" srcOrd="2" destOrd="0" presId="urn:microsoft.com/office/officeart/2018/2/layout/IconVerticalSolidList"/>
    <dgm:cxn modelId="{0096F7A0-45A8-4873-8DC2-3DBC04AD4BC8}" type="presParOf" srcId="{F5F69190-0815-4593-AF5B-E1F38953E074}" destId="{CBD375B5-C017-48A9-91EF-DAFB4530A4C4}" srcOrd="3" destOrd="0" presId="urn:microsoft.com/office/officeart/2018/2/layout/IconVerticalSolidList"/>
    <dgm:cxn modelId="{D6415A3A-5E81-403D-B296-68255DB3FFE8}" type="presParOf" srcId="{D3FDBE18-623A-409D-A540-EE5C5F05778F}" destId="{4A57D251-5A97-4317-A10C-A3EBE564E210}" srcOrd="1" destOrd="0" presId="urn:microsoft.com/office/officeart/2018/2/layout/IconVerticalSolidList"/>
    <dgm:cxn modelId="{F2463C91-12CF-4213-9D8B-190D8AE90064}" type="presParOf" srcId="{D3FDBE18-623A-409D-A540-EE5C5F05778F}" destId="{29DF770F-A784-4D7E-816F-4A90A890C54A}" srcOrd="2" destOrd="0" presId="urn:microsoft.com/office/officeart/2018/2/layout/IconVerticalSolidList"/>
    <dgm:cxn modelId="{17808FC0-C34A-4BB0-9AE3-F1F3C9F486BA}" type="presParOf" srcId="{29DF770F-A784-4D7E-816F-4A90A890C54A}" destId="{38B35BF1-128D-4615-BE12-C4E8ACB2ECE2}" srcOrd="0" destOrd="0" presId="urn:microsoft.com/office/officeart/2018/2/layout/IconVerticalSolidList"/>
    <dgm:cxn modelId="{574900F7-C7D5-498B-B6CC-68B1C1D5CC8F}" type="presParOf" srcId="{29DF770F-A784-4D7E-816F-4A90A890C54A}" destId="{D4FBA1B8-1747-4BCE-8139-D774900F450B}" srcOrd="1" destOrd="0" presId="urn:microsoft.com/office/officeart/2018/2/layout/IconVerticalSolidList"/>
    <dgm:cxn modelId="{3B301002-4B5C-492C-BA84-508CA2A20635}" type="presParOf" srcId="{29DF770F-A784-4D7E-816F-4A90A890C54A}" destId="{3E1957A8-5D80-4A56-8BA1-345FBC5AD937}" srcOrd="2" destOrd="0" presId="urn:microsoft.com/office/officeart/2018/2/layout/IconVerticalSolidList"/>
    <dgm:cxn modelId="{34DD473F-FD2F-4694-8E6D-5B167A618018}" type="presParOf" srcId="{29DF770F-A784-4D7E-816F-4A90A890C54A}" destId="{2C6FED1F-E424-4F3F-BBD1-751408872865}" srcOrd="3" destOrd="0" presId="urn:microsoft.com/office/officeart/2018/2/layout/IconVerticalSolidList"/>
    <dgm:cxn modelId="{4F3FF058-69FF-4E0D-BD5C-BD4525542B5D}" type="presParOf" srcId="{D3FDBE18-623A-409D-A540-EE5C5F05778F}" destId="{603CCD0A-FA10-41A7-84D0-3D3A22EBFD11}" srcOrd="3" destOrd="0" presId="urn:microsoft.com/office/officeart/2018/2/layout/IconVerticalSolidList"/>
    <dgm:cxn modelId="{F35DA480-945C-45E5-8ED6-241EEF4851F8}" type="presParOf" srcId="{D3FDBE18-623A-409D-A540-EE5C5F05778F}" destId="{7E8B95D6-7646-43E2-A289-A76849D947C5}" srcOrd="4" destOrd="0" presId="urn:microsoft.com/office/officeart/2018/2/layout/IconVerticalSolidList"/>
    <dgm:cxn modelId="{FD798A01-7204-4DD7-94CB-A125F4C32024}" type="presParOf" srcId="{7E8B95D6-7646-43E2-A289-A76849D947C5}" destId="{4AA1382E-8F7F-4480-B65E-3C84AB9096F0}" srcOrd="0" destOrd="0" presId="urn:microsoft.com/office/officeart/2018/2/layout/IconVerticalSolidList"/>
    <dgm:cxn modelId="{1F221210-72EA-443B-9114-723A8F752766}" type="presParOf" srcId="{7E8B95D6-7646-43E2-A289-A76849D947C5}" destId="{2EB48AD0-2C96-46BF-AA5A-CDB7B9783CFB}" srcOrd="1" destOrd="0" presId="urn:microsoft.com/office/officeart/2018/2/layout/IconVerticalSolidList"/>
    <dgm:cxn modelId="{23DB0528-C62B-4972-9D0B-28504667F7E4}" type="presParOf" srcId="{7E8B95D6-7646-43E2-A289-A76849D947C5}" destId="{687CD892-79DC-40D6-BBBD-991E04D0F79A}" srcOrd="2" destOrd="0" presId="urn:microsoft.com/office/officeart/2018/2/layout/IconVerticalSolidList"/>
    <dgm:cxn modelId="{9D06D746-6060-4BA2-B859-CF95CF132C6F}" type="presParOf" srcId="{7E8B95D6-7646-43E2-A289-A76849D947C5}" destId="{9AFDB3B8-E994-47BB-82FC-47F96E79C7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7051A33-BA93-48E7-8A39-CEC52A66FE1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8B32FB7-D5FC-4B6F-90AB-6998FEFD43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Kiểm thử:</a:t>
          </a:r>
          <a:r>
            <a:rPr lang="en-US" b="0" i="0" baseline="0"/>
            <a:t> Unit test bằng Mockito và Integration test với H2 Database trước khi release.</a:t>
          </a:r>
          <a:endParaRPr lang="en-US"/>
        </a:p>
      </dgm:t>
    </dgm:pt>
    <dgm:pt modelId="{92251042-5483-4CD7-AA83-0E08C155E71E}" type="parTrans" cxnId="{619B65BE-FE74-4E52-9AE1-0A87D8ABC921}">
      <dgm:prSet/>
      <dgm:spPr/>
      <dgm:t>
        <a:bodyPr/>
        <a:lstStyle/>
        <a:p>
          <a:endParaRPr lang="en-US"/>
        </a:p>
      </dgm:t>
    </dgm:pt>
    <dgm:pt modelId="{716464B7-77AB-4755-B19D-E91BFD9E3B87}" type="sibTrans" cxnId="{619B65BE-FE74-4E52-9AE1-0A87D8ABC921}">
      <dgm:prSet/>
      <dgm:spPr/>
      <dgm:t>
        <a:bodyPr/>
        <a:lstStyle/>
        <a:p>
          <a:endParaRPr lang="en-US"/>
        </a:p>
      </dgm:t>
    </dgm:pt>
    <dgm:pt modelId="{F753E35F-3D37-47D7-A5FE-7DF36E8400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Bảo mật dữ liệu:</a:t>
          </a:r>
          <a:r>
            <a:rPr lang="en-US" b="0" i="0" baseline="0"/>
            <a:t> Không lưu mật khẩu rõ (plain text) trong code, sử dụng VM Options để giải mã cấu hình khi chạy.</a:t>
          </a:r>
          <a:endParaRPr lang="en-US"/>
        </a:p>
      </dgm:t>
    </dgm:pt>
    <dgm:pt modelId="{D86DBEC0-380A-4E6C-9C7B-C7EF4E664DD6}" type="parTrans" cxnId="{1122F801-3AC4-4854-B717-635E1F2B6900}">
      <dgm:prSet/>
      <dgm:spPr/>
      <dgm:t>
        <a:bodyPr/>
        <a:lstStyle/>
        <a:p>
          <a:endParaRPr lang="en-US"/>
        </a:p>
      </dgm:t>
    </dgm:pt>
    <dgm:pt modelId="{236FEE90-81BB-4D5E-BF5D-F87BF952CD19}" type="sibTrans" cxnId="{1122F801-3AC4-4854-B717-635E1F2B6900}">
      <dgm:prSet/>
      <dgm:spPr/>
      <dgm:t>
        <a:bodyPr/>
        <a:lstStyle/>
        <a:p>
          <a:endParaRPr lang="en-US"/>
        </a:p>
      </dgm:t>
    </dgm:pt>
    <dgm:pt modelId="{C2E7C1C2-041C-4788-A8E4-B6C9B106AD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Vận hành:</a:t>
          </a:r>
          <a:r>
            <a:rPr lang="en-US" b="0" i="0" baseline="0"/>
            <a:t> Cung cấp tài liệu API Swagger và hướng dẫn vận hành chi tiết cho quản trị viên.</a:t>
          </a:r>
          <a:endParaRPr lang="en-US"/>
        </a:p>
      </dgm:t>
    </dgm:pt>
    <dgm:pt modelId="{201E41AF-191F-4708-9102-4871880BCD89}" type="parTrans" cxnId="{BBEC4F0C-F3E3-4CC5-8921-4B26E905D474}">
      <dgm:prSet/>
      <dgm:spPr/>
      <dgm:t>
        <a:bodyPr/>
        <a:lstStyle/>
        <a:p>
          <a:endParaRPr lang="en-US"/>
        </a:p>
      </dgm:t>
    </dgm:pt>
    <dgm:pt modelId="{A6810595-AF92-4476-89DA-9DDE9C3C67C2}" type="sibTrans" cxnId="{BBEC4F0C-F3E3-4CC5-8921-4B26E905D474}">
      <dgm:prSet/>
      <dgm:spPr/>
      <dgm:t>
        <a:bodyPr/>
        <a:lstStyle/>
        <a:p>
          <a:endParaRPr lang="en-US"/>
        </a:p>
      </dgm:t>
    </dgm:pt>
    <dgm:pt modelId="{FB03280B-7615-401D-9197-B2914F5E6578}" type="pres">
      <dgm:prSet presAssocID="{C7051A33-BA93-48E7-8A39-CEC52A66FE17}" presName="root" presStyleCnt="0">
        <dgm:presLayoutVars>
          <dgm:dir/>
          <dgm:resizeHandles val="exact"/>
        </dgm:presLayoutVars>
      </dgm:prSet>
      <dgm:spPr/>
    </dgm:pt>
    <dgm:pt modelId="{78F1CC10-5CE1-472A-96A2-66A92457B1C9}" type="pres">
      <dgm:prSet presAssocID="{38B32FB7-D5FC-4B6F-90AB-6998FEFD432A}" presName="compNode" presStyleCnt="0"/>
      <dgm:spPr/>
    </dgm:pt>
    <dgm:pt modelId="{AB77FF47-4E9F-48CE-9A8D-840B7BD126AB}" type="pres">
      <dgm:prSet presAssocID="{38B32FB7-D5FC-4B6F-90AB-6998FEFD432A}" presName="bgRect" presStyleLbl="bgShp" presStyleIdx="0" presStyleCnt="3"/>
      <dgm:spPr/>
    </dgm:pt>
    <dgm:pt modelId="{B3D3E79E-074C-4015-965A-7811B343204B}" type="pres">
      <dgm:prSet presAssocID="{38B32FB7-D5FC-4B6F-90AB-6998FEFD432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46FD18-8F0C-4FC1-B206-CF27E7E78B55}" type="pres">
      <dgm:prSet presAssocID="{38B32FB7-D5FC-4B6F-90AB-6998FEFD432A}" presName="spaceRect" presStyleCnt="0"/>
      <dgm:spPr/>
    </dgm:pt>
    <dgm:pt modelId="{3BC676F5-6784-4547-8190-4F431DD74948}" type="pres">
      <dgm:prSet presAssocID="{38B32FB7-D5FC-4B6F-90AB-6998FEFD432A}" presName="parTx" presStyleLbl="revTx" presStyleIdx="0" presStyleCnt="3">
        <dgm:presLayoutVars>
          <dgm:chMax val="0"/>
          <dgm:chPref val="0"/>
        </dgm:presLayoutVars>
      </dgm:prSet>
      <dgm:spPr/>
    </dgm:pt>
    <dgm:pt modelId="{7BCC4A99-B558-4899-AC63-D59B484F154B}" type="pres">
      <dgm:prSet presAssocID="{716464B7-77AB-4755-B19D-E91BFD9E3B87}" presName="sibTrans" presStyleCnt="0"/>
      <dgm:spPr/>
    </dgm:pt>
    <dgm:pt modelId="{4E6DFB22-1A61-47A4-873C-2AD934D75CCE}" type="pres">
      <dgm:prSet presAssocID="{F753E35F-3D37-47D7-A5FE-7DF36E84008E}" presName="compNode" presStyleCnt="0"/>
      <dgm:spPr/>
    </dgm:pt>
    <dgm:pt modelId="{13240C2E-2AB7-4E3E-B850-2B00FB9138A5}" type="pres">
      <dgm:prSet presAssocID="{F753E35F-3D37-47D7-A5FE-7DF36E84008E}" presName="bgRect" presStyleLbl="bgShp" presStyleIdx="1" presStyleCnt="3"/>
      <dgm:spPr/>
    </dgm:pt>
    <dgm:pt modelId="{E17AF554-C69F-46EB-83A7-8B769424D410}" type="pres">
      <dgm:prSet presAssocID="{F753E35F-3D37-47D7-A5FE-7DF36E84008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A2B77B9-63F7-4311-86C0-22CF441D4DA1}" type="pres">
      <dgm:prSet presAssocID="{F753E35F-3D37-47D7-A5FE-7DF36E84008E}" presName="spaceRect" presStyleCnt="0"/>
      <dgm:spPr/>
    </dgm:pt>
    <dgm:pt modelId="{08FB2AD6-367C-4EEC-BDF8-518EFD05F196}" type="pres">
      <dgm:prSet presAssocID="{F753E35F-3D37-47D7-A5FE-7DF36E84008E}" presName="parTx" presStyleLbl="revTx" presStyleIdx="1" presStyleCnt="3">
        <dgm:presLayoutVars>
          <dgm:chMax val="0"/>
          <dgm:chPref val="0"/>
        </dgm:presLayoutVars>
      </dgm:prSet>
      <dgm:spPr/>
    </dgm:pt>
    <dgm:pt modelId="{99AF6547-C9B5-4CA9-B566-62359756B0F2}" type="pres">
      <dgm:prSet presAssocID="{236FEE90-81BB-4D5E-BF5D-F87BF952CD19}" presName="sibTrans" presStyleCnt="0"/>
      <dgm:spPr/>
    </dgm:pt>
    <dgm:pt modelId="{BE4BC19C-A484-4477-8599-1CA6404C94ED}" type="pres">
      <dgm:prSet presAssocID="{C2E7C1C2-041C-4788-A8E4-B6C9B106AD70}" presName="compNode" presStyleCnt="0"/>
      <dgm:spPr/>
    </dgm:pt>
    <dgm:pt modelId="{652AD967-E7C7-4772-BF61-801671FA6037}" type="pres">
      <dgm:prSet presAssocID="{C2E7C1C2-041C-4788-A8E4-B6C9B106AD70}" presName="bgRect" presStyleLbl="bgShp" presStyleIdx="2" presStyleCnt="3"/>
      <dgm:spPr/>
    </dgm:pt>
    <dgm:pt modelId="{89719D42-DFB5-48EB-A9BD-34C2CA6D70E8}" type="pres">
      <dgm:prSet presAssocID="{C2E7C1C2-041C-4788-A8E4-B6C9B106AD7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 Chime"/>
        </a:ext>
      </dgm:extLst>
    </dgm:pt>
    <dgm:pt modelId="{6733594C-4CA2-43FD-A0FE-59070B741418}" type="pres">
      <dgm:prSet presAssocID="{C2E7C1C2-041C-4788-A8E4-B6C9B106AD70}" presName="spaceRect" presStyleCnt="0"/>
      <dgm:spPr/>
    </dgm:pt>
    <dgm:pt modelId="{12DF2563-33EA-47DB-9027-CEF91D6697CD}" type="pres">
      <dgm:prSet presAssocID="{C2E7C1C2-041C-4788-A8E4-B6C9B106AD7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122F801-3AC4-4854-B717-635E1F2B6900}" srcId="{C7051A33-BA93-48E7-8A39-CEC52A66FE17}" destId="{F753E35F-3D37-47D7-A5FE-7DF36E84008E}" srcOrd="1" destOrd="0" parTransId="{D86DBEC0-380A-4E6C-9C7B-C7EF4E664DD6}" sibTransId="{236FEE90-81BB-4D5E-BF5D-F87BF952CD19}"/>
    <dgm:cxn modelId="{BBEC4F0C-F3E3-4CC5-8921-4B26E905D474}" srcId="{C7051A33-BA93-48E7-8A39-CEC52A66FE17}" destId="{C2E7C1C2-041C-4788-A8E4-B6C9B106AD70}" srcOrd="2" destOrd="0" parTransId="{201E41AF-191F-4708-9102-4871880BCD89}" sibTransId="{A6810595-AF92-4476-89DA-9DDE9C3C67C2}"/>
    <dgm:cxn modelId="{4371E30D-AC13-41F3-8CDF-2B87BFA9F89B}" type="presOf" srcId="{38B32FB7-D5FC-4B6F-90AB-6998FEFD432A}" destId="{3BC676F5-6784-4547-8190-4F431DD74948}" srcOrd="0" destOrd="0" presId="urn:microsoft.com/office/officeart/2018/2/layout/IconVerticalSolidList"/>
    <dgm:cxn modelId="{5E093F36-4980-440B-A990-F579232554C1}" type="presOf" srcId="{C2E7C1C2-041C-4788-A8E4-B6C9B106AD70}" destId="{12DF2563-33EA-47DB-9027-CEF91D6697CD}" srcOrd="0" destOrd="0" presId="urn:microsoft.com/office/officeart/2018/2/layout/IconVerticalSolidList"/>
    <dgm:cxn modelId="{864BFE60-07A8-4AD2-B55D-ACF93D85823D}" type="presOf" srcId="{F753E35F-3D37-47D7-A5FE-7DF36E84008E}" destId="{08FB2AD6-367C-4EEC-BDF8-518EFD05F196}" srcOrd="0" destOrd="0" presId="urn:microsoft.com/office/officeart/2018/2/layout/IconVerticalSolidList"/>
    <dgm:cxn modelId="{CCBD4664-7799-404D-8FA1-58D4D29520D1}" type="presOf" srcId="{C7051A33-BA93-48E7-8A39-CEC52A66FE17}" destId="{FB03280B-7615-401D-9197-B2914F5E6578}" srcOrd="0" destOrd="0" presId="urn:microsoft.com/office/officeart/2018/2/layout/IconVerticalSolidList"/>
    <dgm:cxn modelId="{619B65BE-FE74-4E52-9AE1-0A87D8ABC921}" srcId="{C7051A33-BA93-48E7-8A39-CEC52A66FE17}" destId="{38B32FB7-D5FC-4B6F-90AB-6998FEFD432A}" srcOrd="0" destOrd="0" parTransId="{92251042-5483-4CD7-AA83-0E08C155E71E}" sibTransId="{716464B7-77AB-4755-B19D-E91BFD9E3B87}"/>
    <dgm:cxn modelId="{54958481-54D8-40D3-B01B-38D4313D7F69}" type="presParOf" srcId="{FB03280B-7615-401D-9197-B2914F5E6578}" destId="{78F1CC10-5CE1-472A-96A2-66A92457B1C9}" srcOrd="0" destOrd="0" presId="urn:microsoft.com/office/officeart/2018/2/layout/IconVerticalSolidList"/>
    <dgm:cxn modelId="{8C663C80-11D3-43A4-8424-1FF27DD4CEA5}" type="presParOf" srcId="{78F1CC10-5CE1-472A-96A2-66A92457B1C9}" destId="{AB77FF47-4E9F-48CE-9A8D-840B7BD126AB}" srcOrd="0" destOrd="0" presId="urn:microsoft.com/office/officeart/2018/2/layout/IconVerticalSolidList"/>
    <dgm:cxn modelId="{D7227DA3-C9B7-43E2-99F5-169BAF3EE67F}" type="presParOf" srcId="{78F1CC10-5CE1-472A-96A2-66A92457B1C9}" destId="{B3D3E79E-074C-4015-965A-7811B343204B}" srcOrd="1" destOrd="0" presId="urn:microsoft.com/office/officeart/2018/2/layout/IconVerticalSolidList"/>
    <dgm:cxn modelId="{8070A8DF-ADE0-4B94-A472-DA81854A045D}" type="presParOf" srcId="{78F1CC10-5CE1-472A-96A2-66A92457B1C9}" destId="{D646FD18-8F0C-4FC1-B206-CF27E7E78B55}" srcOrd="2" destOrd="0" presId="urn:microsoft.com/office/officeart/2018/2/layout/IconVerticalSolidList"/>
    <dgm:cxn modelId="{D348D0D2-206D-4DF1-B262-32E9C3BC2548}" type="presParOf" srcId="{78F1CC10-5CE1-472A-96A2-66A92457B1C9}" destId="{3BC676F5-6784-4547-8190-4F431DD74948}" srcOrd="3" destOrd="0" presId="urn:microsoft.com/office/officeart/2018/2/layout/IconVerticalSolidList"/>
    <dgm:cxn modelId="{721B1B86-8A3B-4327-BF76-1EFD6DFAC226}" type="presParOf" srcId="{FB03280B-7615-401D-9197-B2914F5E6578}" destId="{7BCC4A99-B558-4899-AC63-D59B484F154B}" srcOrd="1" destOrd="0" presId="urn:microsoft.com/office/officeart/2018/2/layout/IconVerticalSolidList"/>
    <dgm:cxn modelId="{9DE3E857-A035-45B8-982F-E847ECF51593}" type="presParOf" srcId="{FB03280B-7615-401D-9197-B2914F5E6578}" destId="{4E6DFB22-1A61-47A4-873C-2AD934D75CCE}" srcOrd="2" destOrd="0" presId="urn:microsoft.com/office/officeart/2018/2/layout/IconVerticalSolidList"/>
    <dgm:cxn modelId="{A5EC11F5-C1F9-4E66-BDDD-A562FED6A32C}" type="presParOf" srcId="{4E6DFB22-1A61-47A4-873C-2AD934D75CCE}" destId="{13240C2E-2AB7-4E3E-B850-2B00FB9138A5}" srcOrd="0" destOrd="0" presId="urn:microsoft.com/office/officeart/2018/2/layout/IconVerticalSolidList"/>
    <dgm:cxn modelId="{4FFE8781-070E-44B1-8477-BEEBE69694A1}" type="presParOf" srcId="{4E6DFB22-1A61-47A4-873C-2AD934D75CCE}" destId="{E17AF554-C69F-46EB-83A7-8B769424D410}" srcOrd="1" destOrd="0" presId="urn:microsoft.com/office/officeart/2018/2/layout/IconVerticalSolidList"/>
    <dgm:cxn modelId="{B76982CA-5EC3-4DE7-9783-3FDF7816150B}" type="presParOf" srcId="{4E6DFB22-1A61-47A4-873C-2AD934D75CCE}" destId="{EA2B77B9-63F7-4311-86C0-22CF441D4DA1}" srcOrd="2" destOrd="0" presId="urn:microsoft.com/office/officeart/2018/2/layout/IconVerticalSolidList"/>
    <dgm:cxn modelId="{6DCF5220-116C-4324-A0C3-3B25887A7813}" type="presParOf" srcId="{4E6DFB22-1A61-47A4-873C-2AD934D75CCE}" destId="{08FB2AD6-367C-4EEC-BDF8-518EFD05F196}" srcOrd="3" destOrd="0" presId="urn:microsoft.com/office/officeart/2018/2/layout/IconVerticalSolidList"/>
    <dgm:cxn modelId="{5E47B8F6-100F-42EB-9F76-3AD3E4F87497}" type="presParOf" srcId="{FB03280B-7615-401D-9197-B2914F5E6578}" destId="{99AF6547-C9B5-4CA9-B566-62359756B0F2}" srcOrd="3" destOrd="0" presId="urn:microsoft.com/office/officeart/2018/2/layout/IconVerticalSolidList"/>
    <dgm:cxn modelId="{A51166E9-31D3-463E-B243-EBF8E25F6FC2}" type="presParOf" srcId="{FB03280B-7615-401D-9197-B2914F5E6578}" destId="{BE4BC19C-A484-4477-8599-1CA6404C94ED}" srcOrd="4" destOrd="0" presId="urn:microsoft.com/office/officeart/2018/2/layout/IconVerticalSolidList"/>
    <dgm:cxn modelId="{A99F9E1B-29BC-4682-B404-F6C5D7F1A1D7}" type="presParOf" srcId="{BE4BC19C-A484-4477-8599-1CA6404C94ED}" destId="{652AD967-E7C7-4772-BF61-801671FA6037}" srcOrd="0" destOrd="0" presId="urn:microsoft.com/office/officeart/2018/2/layout/IconVerticalSolidList"/>
    <dgm:cxn modelId="{54EF6AFD-7C5C-4E61-9B34-ECC32A858415}" type="presParOf" srcId="{BE4BC19C-A484-4477-8599-1CA6404C94ED}" destId="{89719D42-DFB5-48EB-A9BD-34C2CA6D70E8}" srcOrd="1" destOrd="0" presId="urn:microsoft.com/office/officeart/2018/2/layout/IconVerticalSolidList"/>
    <dgm:cxn modelId="{26E40526-ADAF-41A0-A899-AD12260604BA}" type="presParOf" srcId="{BE4BC19C-A484-4477-8599-1CA6404C94ED}" destId="{6733594C-4CA2-43FD-A0FE-59070B741418}" srcOrd="2" destOrd="0" presId="urn:microsoft.com/office/officeart/2018/2/layout/IconVerticalSolidList"/>
    <dgm:cxn modelId="{085524A2-DF16-4E65-B187-C4031FE9303E}" type="presParOf" srcId="{BE4BC19C-A484-4477-8599-1CA6404C94ED}" destId="{12DF2563-33EA-47DB-9027-CEF91D6697C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E373D5-B219-46E9-BB3F-D70FE091E6C9}">
      <dsp:nvSpPr>
        <dsp:cNvPr id="0" name=""/>
        <dsp:cNvSpPr/>
      </dsp:nvSpPr>
      <dsp:spPr>
        <a:xfrm>
          <a:off x="0" y="0"/>
          <a:ext cx="72401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3C6633-2FA9-4F4B-92A3-BE7BE9D031BD}">
      <dsp:nvSpPr>
        <dsp:cNvPr id="0" name=""/>
        <dsp:cNvSpPr/>
      </dsp:nvSpPr>
      <dsp:spPr>
        <a:xfrm>
          <a:off x="0" y="0"/>
          <a:ext cx="7240146" cy="1485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b="1" kern="1200" dirty="0"/>
            <a:t>Quản lý kích thước:</a:t>
          </a:r>
          <a:r>
            <a:rPr lang="vi-VN" sz="3000" kern="1200" dirty="0"/>
            <a:t> Sự phức tạp từ size S đến 8X.</a:t>
          </a:r>
          <a:endParaRPr lang="en-US" sz="3000" kern="1200" dirty="0"/>
        </a:p>
      </dsp:txBody>
      <dsp:txXfrm>
        <a:off x="0" y="0"/>
        <a:ext cx="7240146" cy="1485900"/>
      </dsp:txXfrm>
    </dsp:sp>
    <dsp:sp modelId="{16FA4673-63BF-4486-B7D8-F28AA1C6D552}">
      <dsp:nvSpPr>
        <dsp:cNvPr id="0" name=""/>
        <dsp:cNvSpPr/>
      </dsp:nvSpPr>
      <dsp:spPr>
        <a:xfrm>
          <a:off x="0" y="1485900"/>
          <a:ext cx="7240146" cy="0"/>
        </a:xfrm>
        <a:prstGeom prst="line">
          <a:avLst/>
        </a:prstGeom>
        <a:solidFill>
          <a:schemeClr val="accent2">
            <a:hueOff val="383768"/>
            <a:satOff val="-2641"/>
            <a:lumOff val="12353"/>
            <a:alphaOff val="0"/>
          </a:schemeClr>
        </a:solidFill>
        <a:ln w="12700" cap="flat" cmpd="sng" algn="ctr">
          <a:solidFill>
            <a:schemeClr val="accent2">
              <a:hueOff val="383768"/>
              <a:satOff val="-2641"/>
              <a:lumOff val="1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81D64C-21D0-484B-B0B9-387336A57593}">
      <dsp:nvSpPr>
        <dsp:cNvPr id="0" name=""/>
        <dsp:cNvSpPr/>
      </dsp:nvSpPr>
      <dsp:spPr>
        <a:xfrm>
          <a:off x="0" y="1485900"/>
          <a:ext cx="7240146" cy="1485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Đặc thù chất liệu:</a:t>
          </a:r>
          <a:r>
            <a:rPr lang="en-US" sz="3000" kern="1200"/>
            <a:t> Sự đa dạng của các loại gấm (hoa mai, chữ Thọ, trúc đào).</a:t>
          </a:r>
        </a:p>
      </dsp:txBody>
      <dsp:txXfrm>
        <a:off x="0" y="1485900"/>
        <a:ext cx="7240146" cy="1485900"/>
      </dsp:txXfrm>
    </dsp:sp>
    <dsp:sp modelId="{9DC0F582-E805-447E-9D94-046AF868CB23}">
      <dsp:nvSpPr>
        <dsp:cNvPr id="0" name=""/>
        <dsp:cNvSpPr/>
      </dsp:nvSpPr>
      <dsp:spPr>
        <a:xfrm>
          <a:off x="0" y="2971800"/>
          <a:ext cx="7240146" cy="0"/>
        </a:xfrm>
        <a:prstGeom prst="line">
          <a:avLst/>
        </a:prstGeom>
        <a:solidFill>
          <a:schemeClr val="accent2">
            <a:hueOff val="767535"/>
            <a:satOff val="-5283"/>
            <a:lumOff val="24706"/>
            <a:alphaOff val="0"/>
          </a:schemeClr>
        </a:solidFill>
        <a:ln w="12700" cap="flat" cmpd="sng" algn="ctr">
          <a:solidFill>
            <a:schemeClr val="accent2">
              <a:hueOff val="767535"/>
              <a:satOff val="-5283"/>
              <a:lumOff val="2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9B57F-0E37-4E81-BE37-A644F72CC36D}">
      <dsp:nvSpPr>
        <dsp:cNvPr id="0" name=""/>
        <dsp:cNvSpPr/>
      </dsp:nvSpPr>
      <dsp:spPr>
        <a:xfrm>
          <a:off x="0" y="2971800"/>
          <a:ext cx="7240146" cy="1485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b="1" kern="1200"/>
            <a:t>Mô hình vận hành:</a:t>
          </a:r>
          <a:r>
            <a:rPr lang="vi-VN" sz="3000" kern="1200"/>
            <a:t> Kết nối mạng lưới thợ sửa đồ phi tập trung.</a:t>
          </a:r>
        </a:p>
      </dsp:txBody>
      <dsp:txXfrm>
        <a:off x="0" y="2971800"/>
        <a:ext cx="7240146" cy="1485900"/>
      </dsp:txXfrm>
    </dsp:sp>
    <dsp:sp modelId="{69886F8A-5693-4BC6-8DB0-D4B488FD030A}">
      <dsp:nvSpPr>
        <dsp:cNvPr id="0" name=""/>
        <dsp:cNvSpPr/>
      </dsp:nvSpPr>
      <dsp:spPr>
        <a:xfrm>
          <a:off x="0" y="4457699"/>
          <a:ext cx="7240146" cy="0"/>
        </a:xfrm>
        <a:prstGeom prst="line">
          <a:avLst/>
        </a:prstGeom>
        <a:solidFill>
          <a:schemeClr val="accent2">
            <a:hueOff val="1151303"/>
            <a:satOff val="-7924"/>
            <a:lumOff val="37059"/>
            <a:alphaOff val="0"/>
          </a:schemeClr>
        </a:solidFill>
        <a:ln w="12700" cap="flat" cmpd="sng" algn="ctr">
          <a:solidFill>
            <a:schemeClr val="accent2">
              <a:hueOff val="1151303"/>
              <a:satOff val="-7924"/>
              <a:lumOff val="3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8E51C-823D-4D54-B857-DAB9D55A187E}">
      <dsp:nvSpPr>
        <dsp:cNvPr id="0" name=""/>
        <dsp:cNvSpPr/>
      </dsp:nvSpPr>
      <dsp:spPr>
        <a:xfrm>
          <a:off x="0" y="4457699"/>
          <a:ext cx="7240146" cy="1485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b="1" kern="1200"/>
            <a:t>Môi trường làm việc:</a:t>
          </a:r>
          <a:r>
            <a:rPr lang="vi-VN" sz="3000" kern="1200"/>
            <a:t> Kết nối mạng không ổn định tại kho bãi và cửa hàng truyền thống.</a:t>
          </a:r>
        </a:p>
      </dsp:txBody>
      <dsp:txXfrm>
        <a:off x="0" y="4457699"/>
        <a:ext cx="7240146" cy="14859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D9A9B-655E-4DB4-8C40-FC95E844E2BA}">
      <dsp:nvSpPr>
        <dsp:cNvPr id="0" name=""/>
        <dsp:cNvSpPr/>
      </dsp:nvSpPr>
      <dsp:spPr>
        <a:xfrm>
          <a:off x="0" y="0"/>
          <a:ext cx="72401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0D6B2C-4082-42F4-BBB8-537B8CE7CB74}">
      <dsp:nvSpPr>
        <dsp:cNvPr id="0" name=""/>
        <dsp:cNvSpPr/>
      </dsp:nvSpPr>
      <dsp:spPr>
        <a:xfrm>
          <a:off x="0" y="0"/>
          <a:ext cx="7240146" cy="1485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Kiến trúc Offline-First:</a:t>
          </a:r>
          <a:r>
            <a:rPr lang="en-US" sz="3000" b="0" i="0" kern="1200" baseline="0"/>
            <a:t> Sử dụng SQLite cho thiết bị khách và MySQL cho máy chủ trung tâm.</a:t>
          </a:r>
          <a:endParaRPr lang="en-US" sz="3000" kern="1200"/>
        </a:p>
      </dsp:txBody>
      <dsp:txXfrm>
        <a:off x="0" y="0"/>
        <a:ext cx="7240146" cy="1485900"/>
      </dsp:txXfrm>
    </dsp:sp>
    <dsp:sp modelId="{7D5DD6F1-A06D-4602-A124-74BD026368A2}">
      <dsp:nvSpPr>
        <dsp:cNvPr id="0" name=""/>
        <dsp:cNvSpPr/>
      </dsp:nvSpPr>
      <dsp:spPr>
        <a:xfrm>
          <a:off x="0" y="1485900"/>
          <a:ext cx="7240146" cy="0"/>
        </a:xfrm>
        <a:prstGeom prst="line">
          <a:avLst/>
        </a:prstGeom>
        <a:solidFill>
          <a:schemeClr val="accent2">
            <a:hueOff val="383768"/>
            <a:satOff val="-2641"/>
            <a:lumOff val="12353"/>
            <a:alphaOff val="0"/>
          </a:schemeClr>
        </a:solidFill>
        <a:ln w="12700" cap="flat" cmpd="sng" algn="ctr">
          <a:solidFill>
            <a:schemeClr val="accent2">
              <a:hueOff val="383768"/>
              <a:satOff val="-2641"/>
              <a:lumOff val="1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B88C3E-95AA-4709-92F3-33AC643F8F99}">
      <dsp:nvSpPr>
        <dsp:cNvPr id="0" name=""/>
        <dsp:cNvSpPr/>
      </dsp:nvSpPr>
      <dsp:spPr>
        <a:xfrm>
          <a:off x="0" y="1485900"/>
          <a:ext cx="7240146" cy="1485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Định danh phân tán:</a:t>
          </a:r>
          <a:r>
            <a:rPr lang="en-US" sz="3000" b="0" i="0" kern="1200" baseline="0"/>
            <a:t> Sử dụng UUID làm khóa chính để tránh xung đột dữ liệu khi làm việc ngoại tuyến.</a:t>
          </a:r>
          <a:endParaRPr lang="en-US" sz="3000" kern="1200"/>
        </a:p>
      </dsp:txBody>
      <dsp:txXfrm>
        <a:off x="0" y="1485900"/>
        <a:ext cx="7240146" cy="1485900"/>
      </dsp:txXfrm>
    </dsp:sp>
    <dsp:sp modelId="{02196068-81F2-49D6-B8D7-39866167A510}">
      <dsp:nvSpPr>
        <dsp:cNvPr id="0" name=""/>
        <dsp:cNvSpPr/>
      </dsp:nvSpPr>
      <dsp:spPr>
        <a:xfrm>
          <a:off x="0" y="2971800"/>
          <a:ext cx="7240146" cy="0"/>
        </a:xfrm>
        <a:prstGeom prst="line">
          <a:avLst/>
        </a:prstGeom>
        <a:solidFill>
          <a:schemeClr val="accent2">
            <a:hueOff val="767535"/>
            <a:satOff val="-5283"/>
            <a:lumOff val="24706"/>
            <a:alphaOff val="0"/>
          </a:schemeClr>
        </a:solidFill>
        <a:ln w="12700" cap="flat" cmpd="sng" algn="ctr">
          <a:solidFill>
            <a:schemeClr val="accent2">
              <a:hueOff val="767535"/>
              <a:satOff val="-5283"/>
              <a:lumOff val="2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B3AE32-F486-4EBC-B584-4C83BF8A9DFF}">
      <dsp:nvSpPr>
        <dsp:cNvPr id="0" name=""/>
        <dsp:cNvSpPr/>
      </dsp:nvSpPr>
      <dsp:spPr>
        <a:xfrm>
          <a:off x="0" y="2971800"/>
          <a:ext cx="7240146" cy="1485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AI Vision:</a:t>
          </a:r>
          <a:r>
            <a:rPr lang="en-US" sz="3000" b="0" i="0" kern="1200" baseline="0"/>
            <a:t> Tích hợp mô hình YOLOv8 qua DJL để nhận diện loại vải và dự đoán niên đại trang phục.</a:t>
          </a:r>
          <a:endParaRPr lang="en-US" sz="3000" kern="1200"/>
        </a:p>
      </dsp:txBody>
      <dsp:txXfrm>
        <a:off x="0" y="2971800"/>
        <a:ext cx="7240146" cy="1485900"/>
      </dsp:txXfrm>
    </dsp:sp>
    <dsp:sp modelId="{0B99C742-34B9-4529-BD73-AB796FC4DFC9}">
      <dsp:nvSpPr>
        <dsp:cNvPr id="0" name=""/>
        <dsp:cNvSpPr/>
      </dsp:nvSpPr>
      <dsp:spPr>
        <a:xfrm>
          <a:off x="0" y="4457699"/>
          <a:ext cx="7240146" cy="0"/>
        </a:xfrm>
        <a:prstGeom prst="line">
          <a:avLst/>
        </a:prstGeom>
        <a:solidFill>
          <a:schemeClr val="accent2">
            <a:hueOff val="1151303"/>
            <a:satOff val="-7924"/>
            <a:lumOff val="37059"/>
            <a:alphaOff val="0"/>
          </a:schemeClr>
        </a:solidFill>
        <a:ln w="12700" cap="flat" cmpd="sng" algn="ctr">
          <a:solidFill>
            <a:schemeClr val="accent2">
              <a:hueOff val="1151303"/>
              <a:satOff val="-7924"/>
              <a:lumOff val="3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489899-20D8-4414-BA76-0409D169C259}">
      <dsp:nvSpPr>
        <dsp:cNvPr id="0" name=""/>
        <dsp:cNvSpPr/>
      </dsp:nvSpPr>
      <dsp:spPr>
        <a:xfrm>
          <a:off x="0" y="4457699"/>
          <a:ext cx="7240146" cy="1485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Phát triển:</a:t>
          </a:r>
          <a:r>
            <a:rPr lang="en-US" sz="3000" b="0" i="0" kern="1200" baseline="0"/>
            <a:t> Java Spring Boot trên nền tảng NetBeans IDE.</a:t>
          </a:r>
          <a:endParaRPr lang="en-US" sz="3000" kern="1200"/>
        </a:p>
      </dsp:txBody>
      <dsp:txXfrm>
        <a:off x="0" y="4457699"/>
        <a:ext cx="7240146" cy="14859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9FAA9-A97D-42C0-8A66-BDFB9BB72180}">
      <dsp:nvSpPr>
        <dsp:cNvPr id="0" name=""/>
        <dsp:cNvSpPr/>
      </dsp:nvSpPr>
      <dsp:spPr>
        <a:xfrm>
          <a:off x="3379273" y="834911"/>
          <a:ext cx="6422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2210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83558" y="877267"/>
        <a:ext cx="33640" cy="6728"/>
      </dsp:txXfrm>
    </dsp:sp>
    <dsp:sp modelId="{28926C2F-5E26-49D0-9901-CBF09442329C}">
      <dsp:nvSpPr>
        <dsp:cNvPr id="0" name=""/>
        <dsp:cNvSpPr/>
      </dsp:nvSpPr>
      <dsp:spPr>
        <a:xfrm>
          <a:off x="455812" y="3052"/>
          <a:ext cx="2925261" cy="17551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340" tIns="150461" rIns="143340" bIns="15046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 dirty="0"/>
            <a:t>Giai </a:t>
          </a:r>
          <a:r>
            <a:rPr lang="en-US" sz="2600" b="1" i="0" kern="1200" baseline="0" dirty="0" err="1"/>
            <a:t>đoạn</a:t>
          </a:r>
          <a:r>
            <a:rPr lang="en-US" sz="2600" b="1" i="0" kern="1200" baseline="0" dirty="0"/>
            <a:t> 1 (</a:t>
          </a:r>
          <a:r>
            <a:rPr lang="en-US" sz="2600" b="1" i="0" kern="1200" baseline="0" dirty="0" err="1"/>
            <a:t>Tuần</a:t>
          </a:r>
          <a:r>
            <a:rPr lang="en-US" sz="2600" b="1" i="0" kern="1200" baseline="0" dirty="0"/>
            <a:t> 1- 4):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Khởi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tạo</a:t>
          </a:r>
          <a:r>
            <a:rPr lang="en-US" sz="2600" b="0" i="0" kern="1200" baseline="0" dirty="0"/>
            <a:t> &amp; </a:t>
          </a:r>
          <a:r>
            <a:rPr lang="en-US" sz="2600" b="0" i="0" kern="1200" baseline="0" dirty="0" err="1"/>
            <a:t>Cơ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sở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hạ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tầng</a:t>
          </a:r>
          <a:r>
            <a:rPr lang="en-US" sz="2600" b="0" i="0" kern="1200" baseline="0" dirty="0"/>
            <a:t> an </a:t>
          </a:r>
          <a:r>
            <a:rPr lang="en-US" sz="2600" b="0" i="0" kern="1200" baseline="0" dirty="0" err="1"/>
            <a:t>toàn</a:t>
          </a:r>
          <a:r>
            <a:rPr lang="en-US" sz="2600" b="0" i="0" kern="1200" baseline="0" dirty="0"/>
            <a:t>.</a:t>
          </a:r>
          <a:endParaRPr lang="en-US" sz="2600" kern="1200" dirty="0"/>
        </a:p>
      </dsp:txBody>
      <dsp:txXfrm>
        <a:off x="455812" y="3052"/>
        <a:ext cx="2925261" cy="1755156"/>
      </dsp:txXfrm>
    </dsp:sp>
    <dsp:sp modelId="{D5D6EDF0-4568-4FDE-9D81-5153E12D03D9}">
      <dsp:nvSpPr>
        <dsp:cNvPr id="0" name=""/>
        <dsp:cNvSpPr/>
      </dsp:nvSpPr>
      <dsp:spPr>
        <a:xfrm>
          <a:off x="6977345" y="834911"/>
          <a:ext cx="6422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2210" y="45720"/>
              </a:lnTo>
            </a:path>
          </a:pathLst>
        </a:custGeom>
        <a:noFill/>
        <a:ln w="6350" cap="flat" cmpd="sng" algn="ctr">
          <a:solidFill>
            <a:schemeClr val="accent2">
              <a:hueOff val="287826"/>
              <a:satOff val="-1981"/>
              <a:lumOff val="92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81629" y="877267"/>
        <a:ext cx="33640" cy="6728"/>
      </dsp:txXfrm>
    </dsp:sp>
    <dsp:sp modelId="{A12041BF-7D20-4A03-8ABC-16B6FA3D7F16}">
      <dsp:nvSpPr>
        <dsp:cNvPr id="0" name=""/>
        <dsp:cNvSpPr/>
      </dsp:nvSpPr>
      <dsp:spPr>
        <a:xfrm>
          <a:off x="4053883" y="3052"/>
          <a:ext cx="2925261" cy="1755156"/>
        </a:xfrm>
        <a:prstGeom prst="rect">
          <a:avLst/>
        </a:prstGeom>
        <a:solidFill>
          <a:schemeClr val="accent2">
            <a:hueOff val="230261"/>
            <a:satOff val="-1585"/>
            <a:lumOff val="7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340" tIns="150461" rIns="143340" bIns="15046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 dirty="0"/>
            <a:t>Giai </a:t>
          </a:r>
          <a:r>
            <a:rPr lang="en-US" sz="2600" b="1" i="0" kern="1200" baseline="0" dirty="0" err="1"/>
            <a:t>đoạn</a:t>
          </a:r>
          <a:r>
            <a:rPr lang="en-US" sz="2600" b="1" i="0" kern="1200" baseline="0" dirty="0"/>
            <a:t> 2 (</a:t>
          </a:r>
          <a:r>
            <a:rPr lang="en-US" sz="2600" b="1" i="0" kern="1200" baseline="0" dirty="0" err="1"/>
            <a:t>Tuần</a:t>
          </a:r>
          <a:r>
            <a:rPr lang="en-US" sz="2600" b="1" i="0" kern="1200" baseline="0" dirty="0"/>
            <a:t> 5-12):</a:t>
          </a:r>
          <a:r>
            <a:rPr lang="en-US" sz="2600" b="0" i="0" kern="1200" baseline="0" dirty="0"/>
            <a:t> Quản </a:t>
          </a:r>
          <a:r>
            <a:rPr lang="en-US" sz="2600" b="0" i="0" kern="1200" baseline="0" dirty="0" err="1"/>
            <a:t>lý</a:t>
          </a:r>
          <a:r>
            <a:rPr lang="en-US" sz="2600" b="0" i="0" kern="1200" baseline="0" dirty="0"/>
            <a:t> Kho &amp; </a:t>
          </a:r>
          <a:r>
            <a:rPr lang="en-US" sz="2600" b="0" i="0" kern="1200" baseline="0" dirty="0" err="1"/>
            <a:t>Tích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hợp</a:t>
          </a:r>
          <a:r>
            <a:rPr lang="en-US" sz="2600" b="0" i="0" kern="1200" baseline="0" dirty="0"/>
            <a:t> AI Vision.</a:t>
          </a:r>
          <a:endParaRPr lang="en-US" sz="2600" kern="1200" dirty="0"/>
        </a:p>
      </dsp:txBody>
      <dsp:txXfrm>
        <a:off x="4053883" y="3052"/>
        <a:ext cx="2925261" cy="1755156"/>
      </dsp:txXfrm>
    </dsp:sp>
    <dsp:sp modelId="{2C20327B-7AF7-4489-96B2-F9BF675D36C2}">
      <dsp:nvSpPr>
        <dsp:cNvPr id="0" name=""/>
        <dsp:cNvSpPr/>
      </dsp:nvSpPr>
      <dsp:spPr>
        <a:xfrm>
          <a:off x="1918443" y="1756409"/>
          <a:ext cx="7196142" cy="642210"/>
        </a:xfrm>
        <a:custGeom>
          <a:avLst/>
          <a:gdLst/>
          <a:ahLst/>
          <a:cxnLst/>
          <a:rect l="0" t="0" r="0" b="0"/>
          <a:pathLst>
            <a:path>
              <a:moveTo>
                <a:pt x="7196142" y="0"/>
              </a:moveTo>
              <a:lnTo>
                <a:pt x="7196142" y="338205"/>
              </a:lnTo>
              <a:lnTo>
                <a:pt x="0" y="338205"/>
              </a:lnTo>
              <a:lnTo>
                <a:pt x="0" y="642210"/>
              </a:lnTo>
            </a:path>
          </a:pathLst>
        </a:custGeom>
        <a:noFill/>
        <a:ln w="6350" cap="flat" cmpd="sng" algn="ctr">
          <a:solidFill>
            <a:schemeClr val="accent2">
              <a:hueOff val="575652"/>
              <a:satOff val="-3962"/>
              <a:lumOff val="1853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35826" y="2074150"/>
        <a:ext cx="361376" cy="6728"/>
      </dsp:txXfrm>
    </dsp:sp>
    <dsp:sp modelId="{624A2934-FF08-416E-BD3D-AF2419768D3B}">
      <dsp:nvSpPr>
        <dsp:cNvPr id="0" name=""/>
        <dsp:cNvSpPr/>
      </dsp:nvSpPr>
      <dsp:spPr>
        <a:xfrm>
          <a:off x="7651955" y="3052"/>
          <a:ext cx="2925261" cy="1755156"/>
        </a:xfrm>
        <a:prstGeom prst="rect">
          <a:avLst/>
        </a:prstGeom>
        <a:solidFill>
          <a:schemeClr val="accent2">
            <a:hueOff val="460521"/>
            <a:satOff val="-3170"/>
            <a:lumOff val="14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340" tIns="150461" rIns="143340" bIns="15046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 dirty="0"/>
            <a:t>Giai </a:t>
          </a:r>
          <a:r>
            <a:rPr lang="en-US" sz="2600" b="1" i="0" kern="1200" baseline="0" dirty="0" err="1"/>
            <a:t>đoạn</a:t>
          </a:r>
          <a:r>
            <a:rPr lang="en-US" sz="2600" b="1" i="0" kern="1200" baseline="0" dirty="0"/>
            <a:t> 3 (</a:t>
          </a:r>
          <a:r>
            <a:rPr lang="en-US" sz="2600" b="1" i="0" kern="1200" baseline="0" dirty="0" err="1"/>
            <a:t>Tuần</a:t>
          </a:r>
          <a:r>
            <a:rPr lang="en-US" sz="2600" b="1" i="0" kern="1200" baseline="0" dirty="0"/>
            <a:t> 13-18):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Trải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nghiệm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khách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hàng</a:t>
          </a:r>
          <a:r>
            <a:rPr lang="en-US" sz="2600" b="0" i="0" kern="1200" baseline="0" dirty="0"/>
            <a:t> &amp; </a:t>
          </a:r>
          <a:r>
            <a:rPr lang="en-US" sz="2600" b="0" i="0" kern="1200" baseline="0" dirty="0" err="1"/>
            <a:t>Thuật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toán</a:t>
          </a:r>
          <a:r>
            <a:rPr lang="en-US" sz="2600" b="0" i="0" kern="1200" baseline="0" dirty="0"/>
            <a:t> Size.</a:t>
          </a:r>
          <a:endParaRPr lang="en-US" sz="2600" kern="1200" dirty="0"/>
        </a:p>
      </dsp:txBody>
      <dsp:txXfrm>
        <a:off x="7651955" y="3052"/>
        <a:ext cx="2925261" cy="1755156"/>
      </dsp:txXfrm>
    </dsp:sp>
    <dsp:sp modelId="{6DC424EF-5F11-4844-8798-2ECEEB6B25E0}">
      <dsp:nvSpPr>
        <dsp:cNvPr id="0" name=""/>
        <dsp:cNvSpPr/>
      </dsp:nvSpPr>
      <dsp:spPr>
        <a:xfrm>
          <a:off x="3379273" y="3262877"/>
          <a:ext cx="6422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2210" y="45720"/>
              </a:lnTo>
            </a:path>
          </a:pathLst>
        </a:custGeom>
        <a:noFill/>
        <a:ln w="6350" cap="flat" cmpd="sng" algn="ctr">
          <a:solidFill>
            <a:schemeClr val="accent2">
              <a:hueOff val="863477"/>
              <a:satOff val="-5943"/>
              <a:lumOff val="2779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83558" y="3305233"/>
        <a:ext cx="33640" cy="6728"/>
      </dsp:txXfrm>
    </dsp:sp>
    <dsp:sp modelId="{C35B3030-711E-41D7-A87A-4E1A678351C2}">
      <dsp:nvSpPr>
        <dsp:cNvPr id="0" name=""/>
        <dsp:cNvSpPr/>
      </dsp:nvSpPr>
      <dsp:spPr>
        <a:xfrm>
          <a:off x="455812" y="2431019"/>
          <a:ext cx="2925261" cy="1755156"/>
        </a:xfrm>
        <a:prstGeom prst="rect">
          <a:avLst/>
        </a:prstGeom>
        <a:solidFill>
          <a:schemeClr val="accent2">
            <a:hueOff val="690782"/>
            <a:satOff val="-4754"/>
            <a:lumOff val="22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340" tIns="150461" rIns="143340" bIns="15046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 dirty="0"/>
            <a:t>Giai </a:t>
          </a:r>
          <a:r>
            <a:rPr lang="en-US" sz="2600" b="1" i="0" kern="1200" baseline="0" dirty="0" err="1"/>
            <a:t>đoạn</a:t>
          </a:r>
          <a:r>
            <a:rPr lang="en-US" sz="2600" b="1" i="0" kern="1200" baseline="0" dirty="0"/>
            <a:t> 4 (</a:t>
          </a:r>
          <a:r>
            <a:rPr lang="en-US" sz="2600" b="1" i="0" kern="1200" baseline="0" dirty="0" err="1"/>
            <a:t>Tuần</a:t>
          </a:r>
          <a:r>
            <a:rPr lang="en-US" sz="2600" b="1" i="0" kern="1200" baseline="0" dirty="0"/>
            <a:t> 19 - 24):</a:t>
          </a:r>
          <a:r>
            <a:rPr lang="en-US" sz="2600" b="0" i="0" kern="1200" baseline="0" dirty="0"/>
            <a:t> Thanh </a:t>
          </a:r>
          <a:r>
            <a:rPr lang="en-US" sz="2600" b="0" i="0" kern="1200" baseline="0" dirty="0" err="1"/>
            <a:t>toán</a:t>
          </a:r>
          <a:r>
            <a:rPr lang="en-US" sz="2600" b="0" i="0" kern="1200" baseline="0" dirty="0"/>
            <a:t> &amp; Tài </a:t>
          </a:r>
          <a:r>
            <a:rPr lang="en-US" sz="2600" b="0" i="0" kern="1200" baseline="0" dirty="0" err="1"/>
            <a:t>chính</a:t>
          </a:r>
          <a:r>
            <a:rPr lang="en-US" sz="2600" b="0" i="0" kern="1200" baseline="0" dirty="0"/>
            <a:t>.</a:t>
          </a:r>
          <a:endParaRPr lang="en-US" sz="2600" kern="1200" dirty="0"/>
        </a:p>
      </dsp:txBody>
      <dsp:txXfrm>
        <a:off x="455812" y="2431019"/>
        <a:ext cx="2925261" cy="1755156"/>
      </dsp:txXfrm>
    </dsp:sp>
    <dsp:sp modelId="{7F96926C-C1F8-4695-B699-0008C5326D7B}">
      <dsp:nvSpPr>
        <dsp:cNvPr id="0" name=""/>
        <dsp:cNvSpPr/>
      </dsp:nvSpPr>
      <dsp:spPr>
        <a:xfrm>
          <a:off x="6977345" y="3262877"/>
          <a:ext cx="6422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2210" y="45720"/>
              </a:lnTo>
            </a:path>
          </a:pathLst>
        </a:custGeom>
        <a:noFill/>
        <a:ln w="6350" cap="flat" cmpd="sng" algn="ctr">
          <a:solidFill>
            <a:schemeClr val="accent2">
              <a:hueOff val="1151303"/>
              <a:satOff val="-7924"/>
              <a:lumOff val="3705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81629" y="3305233"/>
        <a:ext cx="33640" cy="6728"/>
      </dsp:txXfrm>
    </dsp:sp>
    <dsp:sp modelId="{51B12EC3-A48F-46FB-B684-0D3103C1C259}">
      <dsp:nvSpPr>
        <dsp:cNvPr id="0" name=""/>
        <dsp:cNvSpPr/>
      </dsp:nvSpPr>
      <dsp:spPr>
        <a:xfrm>
          <a:off x="4053883" y="2431019"/>
          <a:ext cx="2925261" cy="1755156"/>
        </a:xfrm>
        <a:prstGeom prst="rect">
          <a:avLst/>
        </a:prstGeom>
        <a:solidFill>
          <a:schemeClr val="accent2">
            <a:hueOff val="921042"/>
            <a:satOff val="-6339"/>
            <a:lumOff val="29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340" tIns="150461" rIns="143340" bIns="15046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 dirty="0"/>
            <a:t>Giai </a:t>
          </a:r>
          <a:r>
            <a:rPr lang="en-US" sz="2600" b="1" i="0" kern="1200" baseline="0" dirty="0" err="1"/>
            <a:t>đoạn</a:t>
          </a:r>
          <a:r>
            <a:rPr lang="en-US" sz="2600" b="1" i="0" kern="1200" baseline="0" dirty="0"/>
            <a:t> 5 (</a:t>
          </a:r>
          <a:r>
            <a:rPr lang="en-US" sz="2600" b="1" i="0" kern="1200" baseline="0" dirty="0" err="1"/>
            <a:t>Tuần</a:t>
          </a:r>
          <a:r>
            <a:rPr lang="en-US" sz="2600" b="1" i="0" kern="1200" baseline="0" dirty="0"/>
            <a:t> 25 - 28):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Hệ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sinh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thái</a:t>
          </a:r>
          <a:r>
            <a:rPr lang="en-US" sz="2600" b="0" i="0" kern="1200" baseline="0" dirty="0"/>
            <a:t> &amp; Marketing.</a:t>
          </a:r>
          <a:endParaRPr lang="en-US" sz="2600" kern="1200" dirty="0"/>
        </a:p>
      </dsp:txBody>
      <dsp:txXfrm>
        <a:off x="4053883" y="2431019"/>
        <a:ext cx="2925261" cy="1755156"/>
      </dsp:txXfrm>
    </dsp:sp>
    <dsp:sp modelId="{C2D95DB3-B983-4444-9565-085A099B41E1}">
      <dsp:nvSpPr>
        <dsp:cNvPr id="0" name=""/>
        <dsp:cNvSpPr/>
      </dsp:nvSpPr>
      <dsp:spPr>
        <a:xfrm>
          <a:off x="7651955" y="2431019"/>
          <a:ext cx="2925261" cy="1755156"/>
        </a:xfrm>
        <a:prstGeom prst="rect">
          <a:avLst/>
        </a:prstGeom>
        <a:solidFill>
          <a:schemeClr val="accent2">
            <a:hueOff val="1151303"/>
            <a:satOff val="-7924"/>
            <a:lumOff val="3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340" tIns="150461" rIns="143340" bIns="15046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 dirty="0"/>
            <a:t>Giai </a:t>
          </a:r>
          <a:r>
            <a:rPr lang="en-US" sz="2600" b="1" i="0" kern="1200" baseline="0" dirty="0" err="1"/>
            <a:t>đoạn</a:t>
          </a:r>
          <a:r>
            <a:rPr lang="en-US" sz="2600" b="1" i="0" kern="1200" baseline="0" dirty="0"/>
            <a:t> 6 (</a:t>
          </a:r>
          <a:r>
            <a:rPr lang="en-US" sz="2600" b="1" i="0" kern="1200" baseline="0" dirty="0" err="1"/>
            <a:t>Tuần</a:t>
          </a:r>
          <a:r>
            <a:rPr lang="en-US" sz="2600" b="1" i="0" kern="1200" baseline="0" dirty="0"/>
            <a:t> 29 - 30):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Triển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khai</a:t>
          </a:r>
          <a:r>
            <a:rPr lang="en-US" sz="2600" b="0" i="0" kern="1200" baseline="0" dirty="0"/>
            <a:t> &amp; </a:t>
          </a:r>
          <a:r>
            <a:rPr lang="en-US" sz="2600" b="0" i="0" kern="1200" baseline="0" dirty="0" err="1"/>
            <a:t>Bàn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giao</a:t>
          </a:r>
          <a:r>
            <a:rPr lang="en-US" sz="2600" b="0" i="0" kern="1200" baseline="0" dirty="0"/>
            <a:t>.</a:t>
          </a:r>
          <a:endParaRPr lang="en-US" sz="2600" kern="1200" dirty="0"/>
        </a:p>
      </dsp:txBody>
      <dsp:txXfrm>
        <a:off x="7651955" y="2431019"/>
        <a:ext cx="2925261" cy="17551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9B1BAD-49C1-4750-A49E-8D60E9B34990}">
      <dsp:nvSpPr>
        <dsp:cNvPr id="0" name=""/>
        <dsp:cNvSpPr/>
      </dsp:nvSpPr>
      <dsp:spPr>
        <a:xfrm>
          <a:off x="0" y="2045"/>
          <a:ext cx="1103302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C65B1-4035-4B42-8E8E-71A164811CF1}">
      <dsp:nvSpPr>
        <dsp:cNvPr id="0" name=""/>
        <dsp:cNvSpPr/>
      </dsp:nvSpPr>
      <dsp:spPr>
        <a:xfrm>
          <a:off x="0" y="2045"/>
          <a:ext cx="11033029" cy="139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i="0" kern="1200" baseline="0"/>
            <a:t>Hạ tầng:</a:t>
          </a:r>
          <a:r>
            <a:rPr lang="en-US" sz="3900" b="0" i="0" kern="1200" baseline="0"/>
            <a:t> Thiết lập Spring Boot 3, cơ chế bảo mật Master Key và mã hóa Jasypt.</a:t>
          </a:r>
          <a:endParaRPr lang="en-US" sz="3900" kern="1200"/>
        </a:p>
      </dsp:txBody>
      <dsp:txXfrm>
        <a:off x="0" y="2045"/>
        <a:ext cx="11033029" cy="1395045"/>
      </dsp:txXfrm>
    </dsp:sp>
    <dsp:sp modelId="{03FEE332-9B91-4A55-9F36-7BD32F0D2788}">
      <dsp:nvSpPr>
        <dsp:cNvPr id="0" name=""/>
        <dsp:cNvSpPr/>
      </dsp:nvSpPr>
      <dsp:spPr>
        <a:xfrm>
          <a:off x="0" y="1397091"/>
          <a:ext cx="1103302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07DCF-44FC-4931-B087-76224E13B355}">
      <dsp:nvSpPr>
        <dsp:cNvPr id="0" name=""/>
        <dsp:cNvSpPr/>
      </dsp:nvSpPr>
      <dsp:spPr>
        <a:xfrm>
          <a:off x="0" y="1397091"/>
          <a:ext cx="11033029" cy="139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i="0" kern="1200" baseline="0"/>
            <a:t>Đồng bộ:</a:t>
          </a:r>
          <a:r>
            <a:rPr lang="en-US" sz="3900" b="0" i="0" kern="1200" baseline="0"/>
            <a:t> Xây dựng Sync API xử lý dữ liệu delta (Insert/Update/Delete).</a:t>
          </a:r>
          <a:endParaRPr lang="en-US" sz="3900" kern="1200"/>
        </a:p>
      </dsp:txBody>
      <dsp:txXfrm>
        <a:off x="0" y="1397091"/>
        <a:ext cx="11033029" cy="1395045"/>
      </dsp:txXfrm>
    </dsp:sp>
    <dsp:sp modelId="{29DAC641-E375-47B2-B6B1-93E88058A11E}">
      <dsp:nvSpPr>
        <dsp:cNvPr id="0" name=""/>
        <dsp:cNvSpPr/>
      </dsp:nvSpPr>
      <dsp:spPr>
        <a:xfrm>
          <a:off x="0" y="2792137"/>
          <a:ext cx="1103302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5767A-C192-44C0-9FAB-8EA0A4D3489B}">
      <dsp:nvSpPr>
        <dsp:cNvPr id="0" name=""/>
        <dsp:cNvSpPr/>
      </dsp:nvSpPr>
      <dsp:spPr>
        <a:xfrm>
          <a:off x="0" y="2792137"/>
          <a:ext cx="11033029" cy="139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i="0" kern="1200" baseline="0"/>
            <a:t>AI Vision:</a:t>
          </a:r>
          <a:r>
            <a:rPr lang="en-US" sz="3900" b="0" i="0" kern="1200" baseline="0"/>
            <a:t> Nhập hàng tự động bằng camera, trích xuất màu sắc bằng K-Means Clustering.</a:t>
          </a:r>
          <a:endParaRPr lang="en-US" sz="3900" kern="1200"/>
        </a:p>
      </dsp:txBody>
      <dsp:txXfrm>
        <a:off x="0" y="2792137"/>
        <a:ext cx="11033029" cy="13950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F3083-F450-4BC9-B5BA-E59B86083436}">
      <dsp:nvSpPr>
        <dsp:cNvPr id="0" name=""/>
        <dsp:cNvSpPr/>
      </dsp:nvSpPr>
      <dsp:spPr>
        <a:xfrm>
          <a:off x="861" y="62"/>
          <a:ext cx="3490919" cy="41891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825" tIns="0" rIns="34482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Thuật toán Fit-Match:</a:t>
          </a:r>
          <a:r>
            <a:rPr lang="en-US" sz="2600" b="0" i="0" kern="1200" baseline="0"/>
            <a:t> Gợi ý size dựa trên số đo 3 vòng và trọng số ưu tiên cho Áo dài.</a:t>
          </a:r>
          <a:endParaRPr lang="en-US" sz="2600" kern="1200"/>
        </a:p>
      </dsp:txBody>
      <dsp:txXfrm>
        <a:off x="861" y="1675704"/>
        <a:ext cx="3490919" cy="2513461"/>
      </dsp:txXfrm>
    </dsp:sp>
    <dsp:sp modelId="{B612566A-7C06-482F-9091-AF990E0D3DDB}">
      <dsp:nvSpPr>
        <dsp:cNvPr id="0" name=""/>
        <dsp:cNvSpPr/>
      </dsp:nvSpPr>
      <dsp:spPr>
        <a:xfrm>
          <a:off x="861" y="62"/>
          <a:ext cx="3490919" cy="167564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825" tIns="165100" rIns="34482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61" y="62"/>
        <a:ext cx="3490919" cy="1675641"/>
      </dsp:txXfrm>
    </dsp:sp>
    <dsp:sp modelId="{7AD780AC-A4B9-4471-8FB5-CFE85722614E}">
      <dsp:nvSpPr>
        <dsp:cNvPr id="0" name=""/>
        <dsp:cNvSpPr/>
      </dsp:nvSpPr>
      <dsp:spPr>
        <a:xfrm>
          <a:off x="3771054" y="62"/>
          <a:ext cx="3490919" cy="41891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825" tIns="0" rIns="34482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Thanh toán:</a:t>
          </a:r>
          <a:r>
            <a:rPr lang="en-US" sz="2600" b="0" i="0" kern="1200" baseline="0"/>
            <a:t> Tích hợp VietQR chuẩn EMVCo và hệ thống Webhook tự động cập nhật kho hàng.</a:t>
          </a:r>
          <a:endParaRPr lang="en-US" sz="2600" kern="1200"/>
        </a:p>
      </dsp:txBody>
      <dsp:txXfrm>
        <a:off x="3771054" y="1675704"/>
        <a:ext cx="3490919" cy="2513461"/>
      </dsp:txXfrm>
    </dsp:sp>
    <dsp:sp modelId="{B38236F4-533E-4275-B31C-0DF121ADFADE}">
      <dsp:nvSpPr>
        <dsp:cNvPr id="0" name=""/>
        <dsp:cNvSpPr/>
      </dsp:nvSpPr>
      <dsp:spPr>
        <a:xfrm>
          <a:off x="3771054" y="62"/>
          <a:ext cx="3490919" cy="167564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825" tIns="165100" rIns="34482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71054" y="62"/>
        <a:ext cx="3490919" cy="1675641"/>
      </dsp:txXfrm>
    </dsp:sp>
    <dsp:sp modelId="{268BB9A0-08DD-4B52-AA10-B97F0AD798F8}">
      <dsp:nvSpPr>
        <dsp:cNvPr id="0" name=""/>
        <dsp:cNvSpPr/>
      </dsp:nvSpPr>
      <dsp:spPr>
        <a:xfrm>
          <a:off x="7541247" y="62"/>
          <a:ext cx="3490919" cy="41891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825" tIns="0" rIns="34482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Báo cáo:</a:t>
          </a:r>
          <a:r>
            <a:rPr lang="en-US" sz="2600" b="0" i="0" kern="1200" baseline="0"/>
            <a:t> Tự động tổng hợp doanh thu, lợi nhuận và bảo mật chặt chẽ giá nhập hàng.</a:t>
          </a:r>
          <a:endParaRPr lang="en-US" sz="2600" kern="1200"/>
        </a:p>
      </dsp:txBody>
      <dsp:txXfrm>
        <a:off x="7541247" y="1675704"/>
        <a:ext cx="3490919" cy="2513461"/>
      </dsp:txXfrm>
    </dsp:sp>
    <dsp:sp modelId="{03E61EA9-D8FB-44CE-B54C-E57C0EC4E2C8}">
      <dsp:nvSpPr>
        <dsp:cNvPr id="0" name=""/>
        <dsp:cNvSpPr/>
      </dsp:nvSpPr>
      <dsp:spPr>
        <a:xfrm>
          <a:off x="7541247" y="62"/>
          <a:ext cx="3490919" cy="167564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825" tIns="165100" rIns="34482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541247" y="62"/>
        <a:ext cx="3490919" cy="167564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2E4FC-0C0F-4171-9ADF-64828C664598}">
      <dsp:nvSpPr>
        <dsp:cNvPr id="0" name=""/>
        <dsp:cNvSpPr/>
      </dsp:nvSpPr>
      <dsp:spPr>
        <a:xfrm>
          <a:off x="0" y="511"/>
          <a:ext cx="11033029" cy="11966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10C32-CB8A-4FD8-84BC-C97010512FAE}">
      <dsp:nvSpPr>
        <dsp:cNvPr id="0" name=""/>
        <dsp:cNvSpPr/>
      </dsp:nvSpPr>
      <dsp:spPr>
        <a:xfrm>
          <a:off x="361980" y="269753"/>
          <a:ext cx="658146" cy="6581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375B5-C017-48A9-91EF-DAFB4530A4C4}">
      <dsp:nvSpPr>
        <dsp:cNvPr id="0" name=""/>
        <dsp:cNvSpPr/>
      </dsp:nvSpPr>
      <dsp:spPr>
        <a:xfrm>
          <a:off x="1382108" y="511"/>
          <a:ext cx="9650920" cy="1196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43" tIns="126643" rIns="126643" bIns="12664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Hệ sinh thái thợ sửa:</a:t>
          </a:r>
          <a:r>
            <a:rPr lang="en-US" sz="2500" b="0" i="0" kern="1200" baseline="0"/>
            <a:t> Quản lý quy trình sửa đồ, ví điện tử cho thợ và hệ thống đánh giá sao.</a:t>
          </a:r>
          <a:endParaRPr lang="en-US" sz="2500" kern="1200"/>
        </a:p>
      </dsp:txBody>
      <dsp:txXfrm>
        <a:off x="1382108" y="511"/>
        <a:ext cx="9650920" cy="1196630"/>
      </dsp:txXfrm>
    </dsp:sp>
    <dsp:sp modelId="{38B35BF1-128D-4615-BE12-C4E8ACB2ECE2}">
      <dsp:nvSpPr>
        <dsp:cNvPr id="0" name=""/>
        <dsp:cNvSpPr/>
      </dsp:nvSpPr>
      <dsp:spPr>
        <a:xfrm>
          <a:off x="0" y="1496299"/>
          <a:ext cx="11033029" cy="11966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FBA1B8-1747-4BCE-8139-D774900F450B}">
      <dsp:nvSpPr>
        <dsp:cNvPr id="0" name=""/>
        <dsp:cNvSpPr/>
      </dsp:nvSpPr>
      <dsp:spPr>
        <a:xfrm>
          <a:off x="361980" y="1765541"/>
          <a:ext cx="658146" cy="6581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FED1F-E424-4F3F-BBD1-751408872865}">
      <dsp:nvSpPr>
        <dsp:cNvPr id="0" name=""/>
        <dsp:cNvSpPr/>
      </dsp:nvSpPr>
      <dsp:spPr>
        <a:xfrm>
          <a:off x="1382108" y="1496299"/>
          <a:ext cx="9650920" cy="1196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43" tIns="126643" rIns="126643" bIns="12664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Marketing tự động:</a:t>
          </a:r>
          <a:r>
            <a:rPr lang="en-US" sz="2500" b="0" i="0" kern="1200" baseline="0"/>
            <a:t> Tích điểm bằng Spring AOP và kịch bản nhắc nhở giỏ hàng/đánh giá qua Email.</a:t>
          </a:r>
          <a:endParaRPr lang="en-US" sz="2500" kern="1200"/>
        </a:p>
      </dsp:txBody>
      <dsp:txXfrm>
        <a:off x="1382108" y="1496299"/>
        <a:ext cx="9650920" cy="1196630"/>
      </dsp:txXfrm>
    </dsp:sp>
    <dsp:sp modelId="{4AA1382E-8F7F-4480-B65E-3C84AB9096F0}">
      <dsp:nvSpPr>
        <dsp:cNvPr id="0" name=""/>
        <dsp:cNvSpPr/>
      </dsp:nvSpPr>
      <dsp:spPr>
        <a:xfrm>
          <a:off x="0" y="2992087"/>
          <a:ext cx="11033029" cy="11966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B48AD0-2C96-46BF-AA5A-CDB7B9783CFB}">
      <dsp:nvSpPr>
        <dsp:cNvPr id="0" name=""/>
        <dsp:cNvSpPr/>
      </dsp:nvSpPr>
      <dsp:spPr>
        <a:xfrm>
          <a:off x="361980" y="3261329"/>
          <a:ext cx="658146" cy="6581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FDB3B8-E994-47BB-82FC-47F96E79C708}">
      <dsp:nvSpPr>
        <dsp:cNvPr id="0" name=""/>
        <dsp:cNvSpPr/>
      </dsp:nvSpPr>
      <dsp:spPr>
        <a:xfrm>
          <a:off x="1382108" y="2992087"/>
          <a:ext cx="9650920" cy="1196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43" tIns="126643" rIns="126643" bIns="12664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Đóng gói:</a:t>
          </a:r>
          <a:r>
            <a:rPr lang="en-US" sz="2500" b="0" i="0" kern="1200" baseline="0"/>
            <a:t> Triển khai bằng Docker và tạo bộ cài offline (.exe) nhúng sẵn JRE.</a:t>
          </a:r>
          <a:endParaRPr lang="en-US" sz="2500" kern="1200"/>
        </a:p>
      </dsp:txBody>
      <dsp:txXfrm>
        <a:off x="1382108" y="2992087"/>
        <a:ext cx="9650920" cy="119663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7FF47-4E9F-48CE-9A8D-840B7BD126AB}">
      <dsp:nvSpPr>
        <dsp:cNvPr id="0" name=""/>
        <dsp:cNvSpPr/>
      </dsp:nvSpPr>
      <dsp:spPr>
        <a:xfrm>
          <a:off x="0" y="513"/>
          <a:ext cx="10754630" cy="12017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D3E79E-074C-4015-965A-7811B343204B}">
      <dsp:nvSpPr>
        <dsp:cNvPr id="0" name=""/>
        <dsp:cNvSpPr/>
      </dsp:nvSpPr>
      <dsp:spPr>
        <a:xfrm>
          <a:off x="363543" y="270917"/>
          <a:ext cx="660988" cy="6609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676F5-6784-4547-8190-4F431DD74948}">
      <dsp:nvSpPr>
        <dsp:cNvPr id="0" name=""/>
        <dsp:cNvSpPr/>
      </dsp:nvSpPr>
      <dsp:spPr>
        <a:xfrm>
          <a:off x="1388075" y="513"/>
          <a:ext cx="9366554" cy="120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190" tIns="127190" rIns="127190" bIns="12719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Kiểm thử:</a:t>
          </a:r>
          <a:r>
            <a:rPr lang="en-US" sz="2500" b="0" i="0" kern="1200" baseline="0"/>
            <a:t> Unit test bằng Mockito và Integration test với H2 Database trước khi release.</a:t>
          </a:r>
          <a:endParaRPr lang="en-US" sz="2500" kern="1200"/>
        </a:p>
      </dsp:txBody>
      <dsp:txXfrm>
        <a:off x="1388075" y="513"/>
        <a:ext cx="9366554" cy="1201796"/>
      </dsp:txXfrm>
    </dsp:sp>
    <dsp:sp modelId="{13240C2E-2AB7-4E3E-B850-2B00FB9138A5}">
      <dsp:nvSpPr>
        <dsp:cNvPr id="0" name=""/>
        <dsp:cNvSpPr/>
      </dsp:nvSpPr>
      <dsp:spPr>
        <a:xfrm>
          <a:off x="0" y="1502759"/>
          <a:ext cx="10754630" cy="12017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7AF554-C69F-46EB-83A7-8B769424D410}">
      <dsp:nvSpPr>
        <dsp:cNvPr id="0" name=""/>
        <dsp:cNvSpPr/>
      </dsp:nvSpPr>
      <dsp:spPr>
        <a:xfrm>
          <a:off x="363543" y="1773163"/>
          <a:ext cx="660988" cy="6609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B2AD6-367C-4EEC-BDF8-518EFD05F196}">
      <dsp:nvSpPr>
        <dsp:cNvPr id="0" name=""/>
        <dsp:cNvSpPr/>
      </dsp:nvSpPr>
      <dsp:spPr>
        <a:xfrm>
          <a:off x="1388075" y="1502759"/>
          <a:ext cx="9366554" cy="120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190" tIns="127190" rIns="127190" bIns="12719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Bảo mật dữ liệu:</a:t>
          </a:r>
          <a:r>
            <a:rPr lang="en-US" sz="2500" b="0" i="0" kern="1200" baseline="0"/>
            <a:t> Không lưu mật khẩu rõ (plain text) trong code, sử dụng VM Options để giải mã cấu hình khi chạy.</a:t>
          </a:r>
          <a:endParaRPr lang="en-US" sz="2500" kern="1200"/>
        </a:p>
      </dsp:txBody>
      <dsp:txXfrm>
        <a:off x="1388075" y="1502759"/>
        <a:ext cx="9366554" cy="1201796"/>
      </dsp:txXfrm>
    </dsp:sp>
    <dsp:sp modelId="{652AD967-E7C7-4772-BF61-801671FA6037}">
      <dsp:nvSpPr>
        <dsp:cNvPr id="0" name=""/>
        <dsp:cNvSpPr/>
      </dsp:nvSpPr>
      <dsp:spPr>
        <a:xfrm>
          <a:off x="0" y="3005005"/>
          <a:ext cx="10754630" cy="12017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719D42-DFB5-48EB-A9BD-34C2CA6D70E8}">
      <dsp:nvSpPr>
        <dsp:cNvPr id="0" name=""/>
        <dsp:cNvSpPr/>
      </dsp:nvSpPr>
      <dsp:spPr>
        <a:xfrm>
          <a:off x="363543" y="3275409"/>
          <a:ext cx="660988" cy="6609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F2563-33EA-47DB-9027-CEF91D6697CD}">
      <dsp:nvSpPr>
        <dsp:cNvPr id="0" name=""/>
        <dsp:cNvSpPr/>
      </dsp:nvSpPr>
      <dsp:spPr>
        <a:xfrm>
          <a:off x="1388075" y="3005005"/>
          <a:ext cx="9366554" cy="120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190" tIns="127190" rIns="127190" bIns="12719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Vận hành:</a:t>
          </a:r>
          <a:r>
            <a:rPr lang="en-US" sz="2500" b="0" i="0" kern="1200" baseline="0"/>
            <a:t> Cung cấp tài liệu API Swagger và hướng dẫn vận hành chi tiết cho quản trị viên.</a:t>
          </a:r>
          <a:endParaRPr lang="en-US" sz="2500" kern="1200"/>
        </a:p>
      </dsp:txBody>
      <dsp:txXfrm>
        <a:off x="1388075" y="3005005"/>
        <a:ext cx="9366554" cy="1201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Thursday, January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87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Thursday, January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3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Thursday, January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92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Thursday, January 22,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602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Thursday, January 22,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386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Thursday, January 22,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9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Thursday, January 22,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87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Thursday, January 22,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69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Thursday, January 22,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Thursday, January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77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Thursday, January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1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Thursday, January 22, 2026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3132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39" r:id="rId4"/>
    <p:sldLayoutId id="2147483740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tx2">
                  <a:lumMod val="50000"/>
                  <a:lumOff val="50000"/>
                  <a:alpha val="48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456773"/>
            <a:ext cx="12191999" cy="6400800"/>
          </a:xfrm>
          <a:prstGeom prst="rect">
            <a:avLst/>
          </a:prstGeom>
          <a:gradFill>
            <a:gsLst>
              <a:gs pos="0">
                <a:schemeClr val="accent5">
                  <a:alpha val="37000"/>
                </a:schemeClr>
              </a:gs>
              <a:gs pos="92000">
                <a:schemeClr val="accent2">
                  <a:alpha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96001" cy="6858000"/>
          </a:xfrm>
          <a:prstGeom prst="rect">
            <a:avLst/>
          </a:prstGeom>
          <a:gradFill>
            <a:gsLst>
              <a:gs pos="13000">
                <a:schemeClr val="accent2">
                  <a:alpha val="61000"/>
                </a:schemeClr>
              </a:gs>
              <a:gs pos="99000">
                <a:schemeClr val="accent4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071EA-CAEA-F97D-1747-D7367BD96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918" y="1028700"/>
            <a:ext cx="10614211" cy="11527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Dự án xây dựng hệ thống Mini-ERP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2B3ACB3-D689-442E-8A40-8680B0FEB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4">
                  <a:lumMod val="60000"/>
                  <a:lumOff val="40000"/>
                  <a:alpha val="3000"/>
                </a:schemeClr>
              </a:gs>
              <a:gs pos="100000">
                <a:schemeClr val="bg1">
                  <a:alpha val="16000"/>
                </a:schemeClr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1DD02-A291-38A3-1358-F1CA8642F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08518"/>
            <a:ext cx="9144000" cy="609600"/>
          </a:xfrm>
        </p:spPr>
        <p:txBody>
          <a:bodyPr>
            <a:normAutofit/>
          </a:bodyPr>
          <a:lstStyle/>
          <a:p>
            <a:r>
              <a:rPr lang="vi-VN" sz="1400">
                <a:solidFill>
                  <a:schemeClr val="bg1"/>
                </a:solidFill>
              </a:rPr>
              <a:t>Chiến lược triển khai hệ thống Mini-ERP và Thương mại điện tử cho thời trang truyền thống (Offline-First)</a:t>
            </a:r>
            <a:endParaRPr lang="en-US" sz="14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2666A7-8058-4D1E-3F85-2CB21EA6C6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64" r="1" b="11963"/>
          <a:stretch>
            <a:fillRect/>
          </a:stretch>
        </p:blipFill>
        <p:spPr>
          <a:xfrm>
            <a:off x="2343302" y="3351745"/>
            <a:ext cx="7519558" cy="3506255"/>
          </a:xfrm>
          <a:custGeom>
            <a:avLst/>
            <a:gdLst/>
            <a:ahLst/>
            <a:cxnLst/>
            <a:rect l="l" t="t" r="r" b="b"/>
            <a:pathLst>
              <a:path w="7519558" h="3506255">
                <a:moveTo>
                  <a:pt x="3759779" y="0"/>
                </a:moveTo>
                <a:cubicBezTo>
                  <a:pt x="5713450" y="0"/>
                  <a:pt x="7320331" y="1484777"/>
                  <a:pt x="7513560" y="3387468"/>
                </a:cubicBezTo>
                <a:lnTo>
                  <a:pt x="7519558" y="3506255"/>
                </a:lnTo>
                <a:lnTo>
                  <a:pt x="0" y="3506255"/>
                </a:lnTo>
                <a:lnTo>
                  <a:pt x="5998" y="3387468"/>
                </a:lnTo>
                <a:cubicBezTo>
                  <a:pt x="199227" y="1484777"/>
                  <a:pt x="1806109" y="0"/>
                  <a:pt x="375977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1031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40BF4A1-714C-419E-A19F-578DE93BE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91A9BD-D57F-4941-931F-40597AB3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4DB264-9467-4730-B9E9-C9A97DD66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90128" y="3609527"/>
            <a:ext cx="2458347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B097F88-2120-47B4-B891-5B28F66BB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4227" y="1757079"/>
            <a:ext cx="3900088" cy="4178958"/>
          </a:xfrm>
          <a:custGeom>
            <a:avLst/>
            <a:gdLst>
              <a:gd name="connsiteX0" fmla="*/ 2431956 w 3900088"/>
              <a:gd name="connsiteY0" fmla="*/ 93939 h 4178958"/>
              <a:gd name="connsiteX1" fmla="*/ 3900088 w 3900088"/>
              <a:gd name="connsiteY1" fmla="*/ 2089479 h 4178958"/>
              <a:gd name="connsiteX2" fmla="*/ 1810609 w 3900088"/>
              <a:gd name="connsiteY2" fmla="*/ 4178958 h 4178958"/>
              <a:gd name="connsiteX3" fmla="*/ 77980 w 3900088"/>
              <a:gd name="connsiteY3" fmla="*/ 3257727 h 4178958"/>
              <a:gd name="connsiteX4" fmla="*/ 0 w 3900088"/>
              <a:gd name="connsiteY4" fmla="*/ 3129367 h 4178958"/>
              <a:gd name="connsiteX5" fmla="*/ 831517 w 3900088"/>
              <a:gd name="connsiteY5" fmla="*/ 244059 h 4178958"/>
              <a:gd name="connsiteX6" fmla="*/ 997290 w 3900088"/>
              <a:gd name="connsiteY6" fmla="*/ 164202 h 4178958"/>
              <a:gd name="connsiteX7" fmla="*/ 1810609 w 3900088"/>
              <a:gd name="connsiteY7" fmla="*/ 0 h 4178958"/>
              <a:gd name="connsiteX8" fmla="*/ 2431956 w 3900088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8" h="4178958">
                <a:moveTo>
                  <a:pt x="2431956" y="93939"/>
                </a:moveTo>
                <a:cubicBezTo>
                  <a:pt x="3282517" y="358491"/>
                  <a:pt x="3900088" y="1151865"/>
                  <a:pt x="3900088" y="2089479"/>
                </a:cubicBezTo>
                <a:cubicBezTo>
                  <a:pt x="3900088" y="3243466"/>
                  <a:pt x="2964596" y="4178958"/>
                  <a:pt x="1810609" y="4178958"/>
                </a:cubicBezTo>
                <a:cubicBezTo>
                  <a:pt x="1089367" y="4178958"/>
                  <a:pt x="453475" y="3813531"/>
                  <a:pt x="77980" y="3257727"/>
                </a:cubicBezTo>
                <a:lnTo>
                  <a:pt x="0" y="3129367"/>
                </a:lnTo>
                <a:lnTo>
                  <a:pt x="831517" y="244059"/>
                </a:lnTo>
                <a:lnTo>
                  <a:pt x="997290" y="164202"/>
                </a:lnTo>
                <a:cubicBezTo>
                  <a:pt x="1247271" y="58468"/>
                  <a:pt x="1522112" y="0"/>
                  <a:pt x="1810609" y="0"/>
                </a:cubicBezTo>
                <a:cubicBezTo>
                  <a:pt x="2026982" y="0"/>
                  <a:pt x="2235673" y="32888"/>
                  <a:pt x="2431956" y="93939"/>
                </a:cubicBezTo>
                <a:close/>
              </a:path>
            </a:pathLst>
          </a:custGeom>
          <a:gradFill>
            <a:gsLst>
              <a:gs pos="36000">
                <a:schemeClr val="accent6">
                  <a:lumMod val="60000"/>
                  <a:lumOff val="40000"/>
                  <a:alpha val="6000"/>
                </a:schemeClr>
              </a:gs>
              <a:gs pos="100000">
                <a:schemeClr val="accent6">
                  <a:alpha val="2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9338F5-05AB-4DC5-BD1C-1A9F26C38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0099" y="411154"/>
            <a:ext cx="4395601" cy="3581400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DCB205-CC03-D5AC-C8D5-8D8D1A206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8280"/>
            <a:ext cx="3390645" cy="3363597"/>
          </a:xfrm>
        </p:spPr>
        <p:txBody>
          <a:bodyPr>
            <a:normAutofit/>
          </a:bodyPr>
          <a:lstStyle/>
          <a:p>
            <a:pPr algn="r"/>
            <a:r>
              <a:rPr lang="en-US" sz="3200">
                <a:solidFill>
                  <a:schemeClr val="bg1"/>
                </a:solidFill>
              </a:rPr>
              <a:t>Thách thức của ngành thời trang truyền thống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97C8D89-7339-8E42-9331-AA5D932A9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450859"/>
              </p:ext>
            </p:extLst>
          </p:nvPr>
        </p:nvGraphicFramePr>
        <p:xfrm>
          <a:off x="4494654" y="457200"/>
          <a:ext cx="7240146" cy="594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4344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0BF4A1-714C-419E-A19F-578DE93BE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91A9BD-D57F-4941-931F-40597AB3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4DB264-9467-4730-B9E9-C9A97DD66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90128" y="3609527"/>
            <a:ext cx="2458347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B097F88-2120-47B4-B891-5B28F66BB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4227" y="1757079"/>
            <a:ext cx="3900088" cy="4178958"/>
          </a:xfrm>
          <a:custGeom>
            <a:avLst/>
            <a:gdLst>
              <a:gd name="connsiteX0" fmla="*/ 2431956 w 3900088"/>
              <a:gd name="connsiteY0" fmla="*/ 93939 h 4178958"/>
              <a:gd name="connsiteX1" fmla="*/ 3900088 w 3900088"/>
              <a:gd name="connsiteY1" fmla="*/ 2089479 h 4178958"/>
              <a:gd name="connsiteX2" fmla="*/ 1810609 w 3900088"/>
              <a:gd name="connsiteY2" fmla="*/ 4178958 h 4178958"/>
              <a:gd name="connsiteX3" fmla="*/ 77980 w 3900088"/>
              <a:gd name="connsiteY3" fmla="*/ 3257727 h 4178958"/>
              <a:gd name="connsiteX4" fmla="*/ 0 w 3900088"/>
              <a:gd name="connsiteY4" fmla="*/ 3129367 h 4178958"/>
              <a:gd name="connsiteX5" fmla="*/ 831517 w 3900088"/>
              <a:gd name="connsiteY5" fmla="*/ 244059 h 4178958"/>
              <a:gd name="connsiteX6" fmla="*/ 997290 w 3900088"/>
              <a:gd name="connsiteY6" fmla="*/ 164202 h 4178958"/>
              <a:gd name="connsiteX7" fmla="*/ 1810609 w 3900088"/>
              <a:gd name="connsiteY7" fmla="*/ 0 h 4178958"/>
              <a:gd name="connsiteX8" fmla="*/ 2431956 w 3900088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8" h="4178958">
                <a:moveTo>
                  <a:pt x="2431956" y="93939"/>
                </a:moveTo>
                <a:cubicBezTo>
                  <a:pt x="3282517" y="358491"/>
                  <a:pt x="3900088" y="1151865"/>
                  <a:pt x="3900088" y="2089479"/>
                </a:cubicBezTo>
                <a:cubicBezTo>
                  <a:pt x="3900088" y="3243466"/>
                  <a:pt x="2964596" y="4178958"/>
                  <a:pt x="1810609" y="4178958"/>
                </a:cubicBezTo>
                <a:cubicBezTo>
                  <a:pt x="1089367" y="4178958"/>
                  <a:pt x="453475" y="3813531"/>
                  <a:pt x="77980" y="3257727"/>
                </a:cubicBezTo>
                <a:lnTo>
                  <a:pt x="0" y="3129367"/>
                </a:lnTo>
                <a:lnTo>
                  <a:pt x="831517" y="244059"/>
                </a:lnTo>
                <a:lnTo>
                  <a:pt x="997290" y="164202"/>
                </a:lnTo>
                <a:cubicBezTo>
                  <a:pt x="1247271" y="58468"/>
                  <a:pt x="1522112" y="0"/>
                  <a:pt x="1810609" y="0"/>
                </a:cubicBezTo>
                <a:cubicBezTo>
                  <a:pt x="2026982" y="0"/>
                  <a:pt x="2235673" y="32888"/>
                  <a:pt x="2431956" y="93939"/>
                </a:cubicBezTo>
                <a:close/>
              </a:path>
            </a:pathLst>
          </a:custGeom>
          <a:gradFill>
            <a:gsLst>
              <a:gs pos="36000">
                <a:schemeClr val="accent6">
                  <a:lumMod val="60000"/>
                  <a:lumOff val="40000"/>
                  <a:alpha val="6000"/>
                </a:schemeClr>
              </a:gs>
              <a:gs pos="100000">
                <a:schemeClr val="accent6">
                  <a:alpha val="2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9338F5-05AB-4DC5-BD1C-1A9F26C38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0099" y="411154"/>
            <a:ext cx="4395601" cy="3581400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6722A9-4499-F2AB-57D7-FBCB694C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8280"/>
            <a:ext cx="3390645" cy="3363597"/>
          </a:xfrm>
        </p:spPr>
        <p:txBody>
          <a:bodyPr>
            <a:normAutofit/>
          </a:bodyPr>
          <a:lstStyle/>
          <a:p>
            <a:pPr algn="r"/>
            <a:r>
              <a:rPr lang="en-US" sz="3200">
                <a:solidFill>
                  <a:schemeClr val="bg1"/>
                </a:solidFill>
              </a:rPr>
              <a:t>Trụ cột công nghệ cốt lõi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F001571-AF11-5C5E-AD26-C159AEB271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3048991"/>
              </p:ext>
            </p:extLst>
          </p:nvPr>
        </p:nvGraphicFramePr>
        <p:xfrm>
          <a:off x="4494654" y="457200"/>
          <a:ext cx="7240146" cy="594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9510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F98AC2-8BEC-9A4B-4671-EAD3D413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chemeClr val="bg1"/>
                </a:solidFill>
              </a:rPr>
              <a:t>Tổng quan lộ trình 30 tuần (6 Giai đoạn)</a:t>
            </a:r>
          </a:p>
        </p:txBody>
      </p:sp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8C51418B-9DF3-1172-05F5-957254D25E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3569024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7290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68C592-D648-7A16-014A-3158AE4A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chemeClr val="bg1"/>
                </a:solidFill>
              </a:rPr>
              <a:t>Chi tiết Giai đoạn 1 &amp; 2 (Nền tảng &amp; AI)</a:t>
            </a:r>
          </a:p>
        </p:txBody>
      </p:sp>
      <p:graphicFrame>
        <p:nvGraphicFramePr>
          <p:cNvPr id="28" name="Rectangle 1">
            <a:extLst>
              <a:ext uri="{FF2B5EF4-FFF2-40B4-BE49-F238E27FC236}">
                <a16:creationId xmlns:a16="http://schemas.microsoft.com/office/drawing/2014/main" id="{26B380CE-B4A4-70A3-093C-F3D5758720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370922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8763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72636-255F-FD17-6B32-B86F4550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chemeClr val="bg1"/>
                </a:solidFill>
              </a:rPr>
              <a:t>Chi tiết Giai đoạn 3 &amp; 4 (Vận hành &amp; Tài chính)</a:t>
            </a:r>
          </a:p>
        </p:txBody>
      </p:sp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053C7618-5560-4CFB-D744-AB02B75D5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9955169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9904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E04075-76B9-5537-5621-7D96436B3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chemeClr val="bg1"/>
                </a:solidFill>
              </a:rPr>
              <a:t>Chi tiết Giai đoạn 5 &amp; 6 (Mở rộng &amp; Hoàn thiện)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4F7FC92-D59B-C7D7-F0EA-95D33C1F6D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827390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047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208" y="5284922"/>
            <a:ext cx="12203208" cy="1600201"/>
          </a:xfrm>
          <a:prstGeom prst="rect">
            <a:avLst/>
          </a:prstGeom>
          <a:gradFill>
            <a:gsLst>
              <a:gs pos="0">
                <a:schemeClr val="accent5">
                  <a:alpha val="88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1" y="5284922"/>
            <a:ext cx="8164608" cy="1594270"/>
          </a:xfrm>
          <a:prstGeom prst="rect">
            <a:avLst/>
          </a:prstGeom>
          <a:gradFill>
            <a:gsLst>
              <a:gs pos="91069">
                <a:schemeClr val="accent2"/>
              </a:gs>
              <a:gs pos="22000">
                <a:schemeClr val="accent2">
                  <a:alpha val="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45883" y="5284922"/>
            <a:ext cx="7012127" cy="1579412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8597" y="5284922"/>
            <a:ext cx="8164607" cy="1591534"/>
          </a:xfrm>
          <a:prstGeom prst="rect">
            <a:avLst/>
          </a:prstGeom>
          <a:gradFill>
            <a:gsLst>
              <a:gs pos="0">
                <a:schemeClr val="accent5">
                  <a:alpha val="26000"/>
                </a:schemeClr>
              </a:gs>
              <a:gs pos="72000">
                <a:schemeClr val="accent5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781DCC-5FB0-0608-D8B6-888521A32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63" y="5652097"/>
            <a:ext cx="10587314" cy="877729"/>
          </a:xfrm>
        </p:spPr>
        <p:txBody>
          <a:bodyPr anchor="ctr">
            <a:normAutofit/>
          </a:bodyPr>
          <a:lstStyle/>
          <a:p>
            <a:r>
              <a:rPr lang="vi-VN" sz="3200">
                <a:solidFill>
                  <a:schemeClr val="bg1"/>
                </a:solidFill>
              </a:rPr>
              <a:t>Cam kết chất lượng &amp; Bảo mật</a:t>
            </a:r>
            <a:endParaRPr lang="en-US" sz="3200">
              <a:solidFill>
                <a:schemeClr val="bg1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FCDAAB3-0B48-B36E-706A-6174F9E5EA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384634"/>
              </p:ext>
            </p:extLst>
          </p:nvPr>
        </p:nvGraphicFramePr>
        <p:xfrm>
          <a:off x="776379" y="710243"/>
          <a:ext cx="10754630" cy="4207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607234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138</TotalTime>
  <Words>599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GradientRiseVTI</vt:lpstr>
      <vt:lpstr>Dự án xây dựng hệ thống Mini-ERP</vt:lpstr>
      <vt:lpstr>Thách thức của ngành thời trang truyền thống</vt:lpstr>
      <vt:lpstr>Trụ cột công nghệ cốt lõi</vt:lpstr>
      <vt:lpstr>Tổng quan lộ trình 30 tuần (6 Giai đoạn)</vt:lpstr>
      <vt:lpstr>Chi tiết Giai đoạn 1 &amp; 2 (Nền tảng &amp; AI)</vt:lpstr>
      <vt:lpstr>Chi tiết Giai đoạn 3 &amp; 4 (Vận hành &amp; Tài chính)</vt:lpstr>
      <vt:lpstr>Chi tiết Giai đoạn 5 &amp; 6 (Mở rộng &amp; Hoàn thiện)</vt:lpstr>
      <vt:lpstr>Cam kết chất lượng &amp; Bảo mật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Sok Kim</dc:creator>
  <cp:lastModifiedBy>Thanh Sok Kim</cp:lastModifiedBy>
  <cp:revision>1</cp:revision>
  <dcterms:created xsi:type="dcterms:W3CDTF">2026-01-22T04:10:27Z</dcterms:created>
  <dcterms:modified xsi:type="dcterms:W3CDTF">2026-01-22T15:46:45Z</dcterms:modified>
</cp:coreProperties>
</file>