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8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67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01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0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609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39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44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815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87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67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25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496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72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71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7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98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85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0CB7E-C8C7-4838-B73E-B57FD4D5BE9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8157A-E5B7-4697-9F23-B6F95FCF7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560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3AB7-6D55-21E3-2B7E-564BC44E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TỪ CƠ SỞ DỮ LIỆU ĐẾN HỆ THỐNG ĐỘNG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FC40A-9E22-FFFF-5156-1344A4B55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C507C75-D4BB-0E9F-59BB-C65D50CA5B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044" y="3073400"/>
            <a:ext cx="2819400" cy="28194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0E9B52-AD5B-6DF5-96D4-5E2DB03331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1026" name="Picture 2" descr="API Performance Testing | Postman API Platform">
            <a:extLst>
              <a:ext uri="{FF2B5EF4-FFF2-40B4-BE49-F238E27FC236}">
                <a16:creationId xmlns:a16="http://schemas.microsoft.com/office/drawing/2014/main" id="{4D20A213-5DCB-CC9C-E305-3F866607F56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350" y="3249196"/>
            <a:ext cx="4700588" cy="2467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F81D8D8B-D8DB-A4EC-522D-B054A2D93363}"/>
              </a:ext>
            </a:extLst>
          </p:cNvPr>
          <p:cNvSpPr/>
          <p:nvPr/>
        </p:nvSpPr>
        <p:spPr>
          <a:xfrm>
            <a:off x="2720653" y="3721409"/>
            <a:ext cx="3099501" cy="1302426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Kích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hoạt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luồng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nghiệp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vụ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cho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SmartFashion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ERP</a:t>
            </a:r>
          </a:p>
        </p:txBody>
      </p:sp>
    </p:spTree>
    <p:extLst>
      <p:ext uri="{BB962C8B-B14F-4D97-AF65-F5344CB8AC3E}">
        <p14:creationId xmlns:p14="http://schemas.microsoft.com/office/powerpoint/2010/main" val="2384486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ustom 3">
      <a:majorFont>
        <a:latin typeface="Consolas"/>
        <a:ea typeface=""/>
        <a:cs typeface=""/>
      </a:majorFont>
      <a:minorFont>
        <a:latin typeface="Calibri"/>
        <a:ea typeface=""/>
        <a:cs typeface="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15</TotalTime>
  <Words>17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Berlin</vt:lpstr>
      <vt:lpstr>TỪ CƠ SỞ DỮ LIỆU ĐẾN HỆ THỐNG ĐỘNG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Sok Kim</dc:creator>
  <cp:lastModifiedBy>Thanh Sok Kim</cp:lastModifiedBy>
  <cp:revision>2</cp:revision>
  <dcterms:created xsi:type="dcterms:W3CDTF">2026-01-31T07:32:46Z</dcterms:created>
  <dcterms:modified xsi:type="dcterms:W3CDTF">2026-01-31T07:48:32Z</dcterms:modified>
</cp:coreProperties>
</file>