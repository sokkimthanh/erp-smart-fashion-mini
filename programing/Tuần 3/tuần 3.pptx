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8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58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067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013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307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609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639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844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815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187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367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4254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04962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172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71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978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5981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85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80CB7E-C8C7-4838-B73E-B57FD4D5BE9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8157A-E5B7-4697-9F23-B6F95FCF7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560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43AB7-6D55-21E3-2B7E-564BC44E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TỪ CƠ SỞ DỮ LIỆU ĐẾN HỆ THỐNG ĐỘNG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CFC40A-9E22-FFFF-5156-1344A4B5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C507C75-D4BB-0E9F-59BB-C65D50CA5B6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044" y="3073400"/>
            <a:ext cx="2819400" cy="28194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E9B52-AD5B-6DF5-96D4-5E2DB03331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pic>
        <p:nvPicPr>
          <p:cNvPr id="1026" name="Picture 2" descr="API Performance Testing | Postman API Platform">
            <a:extLst>
              <a:ext uri="{FF2B5EF4-FFF2-40B4-BE49-F238E27FC236}">
                <a16:creationId xmlns:a16="http://schemas.microsoft.com/office/drawing/2014/main" id="{4D20A213-5DCB-CC9C-E305-3F866607F56A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4350" y="3249196"/>
            <a:ext cx="4700588" cy="246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F81D8D8B-D8DB-A4EC-522D-B054A2D93363}"/>
              </a:ext>
            </a:extLst>
          </p:cNvPr>
          <p:cNvSpPr/>
          <p:nvPr/>
        </p:nvSpPr>
        <p:spPr>
          <a:xfrm>
            <a:off x="2720653" y="3721409"/>
            <a:ext cx="3099501" cy="130242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Kích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US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hoạt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US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luồng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US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nghiệp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US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vụ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US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cho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en-US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SmartFashion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ERP</a:t>
            </a:r>
          </a:p>
        </p:txBody>
      </p:sp>
    </p:spTree>
    <p:extLst>
      <p:ext uri="{BB962C8B-B14F-4D97-AF65-F5344CB8AC3E}">
        <p14:creationId xmlns:p14="http://schemas.microsoft.com/office/powerpoint/2010/main" val="2384486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C8221A89-FE35-4C46-8874-69154D2A8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Low angle view of a modern building">
            <a:extLst>
              <a:ext uri="{FF2B5EF4-FFF2-40B4-BE49-F238E27FC236}">
                <a16:creationId xmlns:a16="http://schemas.microsoft.com/office/drawing/2014/main" id="{C30C3901-BA63-B04B-C180-410C86AC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41000"/>
          </a:blip>
          <a:srcRect t="13610" b="5162"/>
          <a:stretch>
            <a:fillRect/>
          </a:stretch>
        </p:blipFill>
        <p:spPr>
          <a:xfrm>
            <a:off x="-3176" y="10"/>
            <a:ext cx="12192000" cy="6857991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259ACC7A-6809-44E9-A594-85696A6C2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4249541"/>
            <a:ext cx="8968085" cy="1660332"/>
          </a:xfrm>
          <a:prstGeom prst="rect">
            <a:avLst/>
          </a:prstGeom>
          <a:solidFill>
            <a:schemeClr val="bg1">
              <a:lumMod val="95000"/>
              <a:lumOff val="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DF778-D6A3-2D69-EA5A-FF605C202F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0322" y="4402667"/>
            <a:ext cx="8133478" cy="940240"/>
          </a:xfrm>
        </p:spPr>
        <p:txBody>
          <a:bodyPr>
            <a:normAutofit/>
          </a:bodyPr>
          <a:lstStyle/>
          <a:p>
            <a:r>
              <a:rPr lang="en-US" sz="3000"/>
              <a:t>Kiến trúc 3 lớp (3-Tier Architecture)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5AA59A61-AC2E-2BE8-D1B0-F4DEC08A8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0322" y="5342302"/>
            <a:ext cx="8133478" cy="406566"/>
          </a:xfrm>
        </p:spPr>
        <p:txBody>
          <a:bodyPr>
            <a:normAutofit/>
          </a:bodyPr>
          <a:lstStyle/>
          <a:p>
            <a:r>
              <a:rPr lang="en-US" sz="1800"/>
              <a:t>Tổng quan &amp; Mục tiêu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9E62B6A-C5F9-4D52-9F66-877735827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4249541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F95C49-E748-4D32-8417-22E5B6A6F5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902314"/>
            <a:ext cx="8968085" cy="27594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AE10EC-5E3B-4FC0-B43F-1E4450009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5902314"/>
            <a:ext cx="3080285" cy="275942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863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56444-44CB-01E3-EF5D-7A29BB339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Data JPA Repository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8EAE6-1E5C-48BC-E9AA-B776A2684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503573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Red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Custom 3">
      <a:majorFont>
        <a:latin typeface="Consolas"/>
        <a:ea typeface=""/>
        <a:cs typeface=""/>
      </a:majorFont>
      <a:minorFont>
        <a:latin typeface="Calibri"/>
        <a:ea typeface=""/>
        <a:cs typeface="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188</TotalTime>
  <Words>34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Consolas</vt:lpstr>
      <vt:lpstr>Berlin</vt:lpstr>
      <vt:lpstr>TỪ CƠ SỞ DỮ LIỆU ĐẾN HỆ THỐNG ĐỘNG</vt:lpstr>
      <vt:lpstr>Kiến trúc 3 lớp (3-Tier Architecture)</vt:lpstr>
      <vt:lpstr>Spring Data JPA Repository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Sok Kim</dc:creator>
  <cp:lastModifiedBy>Thanh Sok Kim</cp:lastModifiedBy>
  <cp:revision>3</cp:revision>
  <dcterms:created xsi:type="dcterms:W3CDTF">2026-01-31T07:32:46Z</dcterms:created>
  <dcterms:modified xsi:type="dcterms:W3CDTF">2026-02-01T11:06:46Z</dcterms:modified>
</cp:coreProperties>
</file>