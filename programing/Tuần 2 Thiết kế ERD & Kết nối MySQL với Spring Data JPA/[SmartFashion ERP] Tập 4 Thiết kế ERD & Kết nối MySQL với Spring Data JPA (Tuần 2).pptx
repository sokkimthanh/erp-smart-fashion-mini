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2" r:id="rId5"/>
    <p:sldId id="258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8A86B5-000A-4B1B-B2B6-D44289129E24}" type="doc">
      <dgm:prSet loTypeId="urn:microsoft.com/office/officeart/2005/8/layout/default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967B3EB-9C8C-4827-B7FC-B459E0AA68BB}">
      <dgm:prSet/>
      <dgm:spPr/>
      <dgm:t>
        <a:bodyPr/>
        <a:lstStyle/>
        <a:p>
          <a:r>
            <a:rPr lang="en-US" b="0" i="0" baseline="0"/>
            <a:t>Khởi chạy dịch vụ MySQL thông qua bảng điều khiển XAMPP.</a:t>
          </a:r>
          <a:endParaRPr lang="en-US"/>
        </a:p>
      </dgm:t>
    </dgm:pt>
    <dgm:pt modelId="{0EBDDFE2-20D2-4CF4-9666-B5077183C228}" type="parTrans" cxnId="{D137D7E3-166D-451B-BECE-53A9DC4A4A8C}">
      <dgm:prSet/>
      <dgm:spPr/>
      <dgm:t>
        <a:bodyPr/>
        <a:lstStyle/>
        <a:p>
          <a:endParaRPr lang="en-US"/>
        </a:p>
      </dgm:t>
    </dgm:pt>
    <dgm:pt modelId="{FD1A5ED9-50D7-4582-88D0-263CA36FB65F}" type="sibTrans" cxnId="{D137D7E3-166D-451B-BECE-53A9DC4A4A8C}">
      <dgm:prSet/>
      <dgm:spPr/>
      <dgm:t>
        <a:bodyPr/>
        <a:lstStyle/>
        <a:p>
          <a:endParaRPr lang="en-US"/>
        </a:p>
      </dgm:t>
    </dgm:pt>
    <dgm:pt modelId="{70E98A6A-458F-41BD-87C9-6CDF1E7FE410}">
      <dgm:prSet/>
      <dgm:spPr/>
      <dgm:t>
        <a:bodyPr/>
        <a:lstStyle/>
        <a:p>
          <a:r>
            <a:rPr lang="en-US" b="0" i="0" baseline="0"/>
            <a:t>Khởi tạo Database erp_db trên PHPMyAdmin.</a:t>
          </a:r>
          <a:endParaRPr lang="en-US"/>
        </a:p>
      </dgm:t>
    </dgm:pt>
    <dgm:pt modelId="{BE179BD9-E1F0-4F61-A994-770BA2372124}" type="parTrans" cxnId="{CA7CD97C-49C5-424B-8A79-634A852356AB}">
      <dgm:prSet/>
      <dgm:spPr/>
      <dgm:t>
        <a:bodyPr/>
        <a:lstStyle/>
        <a:p>
          <a:endParaRPr lang="en-US"/>
        </a:p>
      </dgm:t>
    </dgm:pt>
    <dgm:pt modelId="{68F51DB5-237A-4E03-A9D4-03CEE5884A64}" type="sibTrans" cxnId="{CA7CD97C-49C5-424B-8A79-634A852356AB}">
      <dgm:prSet/>
      <dgm:spPr/>
      <dgm:t>
        <a:bodyPr/>
        <a:lstStyle/>
        <a:p>
          <a:endParaRPr lang="en-US"/>
        </a:p>
      </dgm:t>
    </dgm:pt>
    <dgm:pt modelId="{0E7B95AF-6A89-4EF9-9024-CD951396C7CD}" type="pres">
      <dgm:prSet presAssocID="{728A86B5-000A-4B1B-B2B6-D44289129E24}" presName="diagram" presStyleCnt="0">
        <dgm:presLayoutVars>
          <dgm:dir/>
          <dgm:resizeHandles val="exact"/>
        </dgm:presLayoutVars>
      </dgm:prSet>
      <dgm:spPr/>
    </dgm:pt>
    <dgm:pt modelId="{12A82230-139B-4435-BB1E-7B08DFC8A901}" type="pres">
      <dgm:prSet presAssocID="{6967B3EB-9C8C-4827-B7FC-B459E0AA68BB}" presName="node" presStyleLbl="node1" presStyleIdx="0" presStyleCnt="2">
        <dgm:presLayoutVars>
          <dgm:bulletEnabled val="1"/>
        </dgm:presLayoutVars>
      </dgm:prSet>
      <dgm:spPr/>
    </dgm:pt>
    <dgm:pt modelId="{622635C1-B27B-4AAA-BE3F-2A6E84889A05}" type="pres">
      <dgm:prSet presAssocID="{FD1A5ED9-50D7-4582-88D0-263CA36FB65F}" presName="sibTrans" presStyleCnt="0"/>
      <dgm:spPr/>
    </dgm:pt>
    <dgm:pt modelId="{F3AA7B61-5E93-436C-872C-E73F752E17E1}" type="pres">
      <dgm:prSet presAssocID="{70E98A6A-458F-41BD-87C9-6CDF1E7FE410}" presName="node" presStyleLbl="node1" presStyleIdx="1" presStyleCnt="2">
        <dgm:presLayoutVars>
          <dgm:bulletEnabled val="1"/>
        </dgm:presLayoutVars>
      </dgm:prSet>
      <dgm:spPr/>
    </dgm:pt>
  </dgm:ptLst>
  <dgm:cxnLst>
    <dgm:cxn modelId="{3E97EE56-0B0E-4AB9-BF8E-9C1BAF5CECFF}" type="presOf" srcId="{6967B3EB-9C8C-4827-B7FC-B459E0AA68BB}" destId="{12A82230-139B-4435-BB1E-7B08DFC8A901}" srcOrd="0" destOrd="0" presId="urn:microsoft.com/office/officeart/2005/8/layout/default"/>
    <dgm:cxn modelId="{CA7CD97C-49C5-424B-8A79-634A852356AB}" srcId="{728A86B5-000A-4B1B-B2B6-D44289129E24}" destId="{70E98A6A-458F-41BD-87C9-6CDF1E7FE410}" srcOrd="1" destOrd="0" parTransId="{BE179BD9-E1F0-4F61-A994-770BA2372124}" sibTransId="{68F51DB5-237A-4E03-A9D4-03CEE5884A64}"/>
    <dgm:cxn modelId="{6D401593-0B1C-4CA7-AB9E-3CAA4813A40E}" type="presOf" srcId="{728A86B5-000A-4B1B-B2B6-D44289129E24}" destId="{0E7B95AF-6A89-4EF9-9024-CD951396C7CD}" srcOrd="0" destOrd="0" presId="urn:microsoft.com/office/officeart/2005/8/layout/default"/>
    <dgm:cxn modelId="{1CFC52D2-0A34-4E59-9A1E-CC59836F5B72}" type="presOf" srcId="{70E98A6A-458F-41BD-87C9-6CDF1E7FE410}" destId="{F3AA7B61-5E93-436C-872C-E73F752E17E1}" srcOrd="0" destOrd="0" presId="urn:microsoft.com/office/officeart/2005/8/layout/default"/>
    <dgm:cxn modelId="{D137D7E3-166D-451B-BECE-53A9DC4A4A8C}" srcId="{728A86B5-000A-4B1B-B2B6-D44289129E24}" destId="{6967B3EB-9C8C-4827-B7FC-B459E0AA68BB}" srcOrd="0" destOrd="0" parTransId="{0EBDDFE2-20D2-4CF4-9666-B5077183C228}" sibTransId="{FD1A5ED9-50D7-4582-88D0-263CA36FB65F}"/>
    <dgm:cxn modelId="{28B53416-2284-4FA9-B505-855FE99D9E26}" type="presParOf" srcId="{0E7B95AF-6A89-4EF9-9024-CD951396C7CD}" destId="{12A82230-139B-4435-BB1E-7B08DFC8A901}" srcOrd="0" destOrd="0" presId="urn:microsoft.com/office/officeart/2005/8/layout/default"/>
    <dgm:cxn modelId="{1B33B068-C838-4E5E-98E0-5052B018A487}" type="presParOf" srcId="{0E7B95AF-6A89-4EF9-9024-CD951396C7CD}" destId="{622635C1-B27B-4AAA-BE3F-2A6E84889A05}" srcOrd="1" destOrd="0" presId="urn:microsoft.com/office/officeart/2005/8/layout/default"/>
    <dgm:cxn modelId="{45687695-EB41-4FF8-B085-2E7B42A8C3E5}" type="presParOf" srcId="{0E7B95AF-6A89-4EF9-9024-CD951396C7CD}" destId="{F3AA7B61-5E93-436C-872C-E73F752E17E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F238DA-1F44-462C-A175-AEED433AB2D1}" type="doc">
      <dgm:prSet loTypeId="urn:microsoft.com/office/officeart/2005/8/layout/process4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8C590AA-7520-483F-AB2D-17A6587FD2F5}">
      <dgm:prSet/>
      <dgm:spPr/>
      <dgm:t>
        <a:bodyPr/>
        <a:lstStyle/>
        <a:p>
          <a:r>
            <a:rPr lang="en-US" b="1" i="0" baseline="0" dirty="0"/>
            <a:t>Hoàn </a:t>
          </a:r>
          <a:r>
            <a:rPr lang="en-US" b="1" i="0" baseline="0" dirty="0" err="1"/>
            <a:t>thiện</a:t>
          </a:r>
          <a:r>
            <a:rPr lang="en-US" b="1" i="0" baseline="0" dirty="0"/>
            <a:t> </a:t>
          </a:r>
          <a:r>
            <a:rPr lang="en-US" b="1" i="0" baseline="0" dirty="0" err="1"/>
            <a:t>tầng</a:t>
          </a:r>
          <a:r>
            <a:rPr lang="en-US" b="1" i="0" baseline="0" dirty="0"/>
            <a:t> Persistence (Lưu </a:t>
          </a:r>
          <a:r>
            <a:rPr lang="en-US" b="1" i="0" baseline="0" dirty="0" err="1"/>
            <a:t>trữ</a:t>
          </a:r>
          <a:r>
            <a:rPr lang="en-US" b="1" i="0" baseline="0" dirty="0"/>
            <a:t>).</a:t>
          </a:r>
          <a:endParaRPr lang="en-US" dirty="0"/>
        </a:p>
      </dgm:t>
    </dgm:pt>
    <dgm:pt modelId="{EECDFAA1-C1AB-40AA-9702-FCE101D2F4FF}" type="parTrans" cxnId="{8706B351-D92F-4349-8832-64927BAB0BDC}">
      <dgm:prSet/>
      <dgm:spPr/>
      <dgm:t>
        <a:bodyPr/>
        <a:lstStyle/>
        <a:p>
          <a:endParaRPr lang="en-US"/>
        </a:p>
      </dgm:t>
    </dgm:pt>
    <dgm:pt modelId="{9A9A5BE5-5792-463A-B574-0C5D69D17F20}" type="sibTrans" cxnId="{8706B351-D92F-4349-8832-64927BAB0BDC}">
      <dgm:prSet/>
      <dgm:spPr/>
      <dgm:t>
        <a:bodyPr/>
        <a:lstStyle/>
        <a:p>
          <a:endParaRPr lang="en-US"/>
        </a:p>
      </dgm:t>
    </dgm:pt>
    <dgm:pt modelId="{C6CC2295-2AE2-478B-816E-4F709CD05387}">
      <dgm:prSet/>
      <dgm:spPr/>
      <dgm:t>
        <a:bodyPr/>
        <a:lstStyle/>
        <a:p>
          <a:r>
            <a:rPr lang="en-US" b="1" i="0" baseline="0"/>
            <a:t>Kết quả mong đợi (Definition of Done):</a:t>
          </a:r>
          <a:endParaRPr lang="en-US"/>
        </a:p>
      </dgm:t>
    </dgm:pt>
    <dgm:pt modelId="{5E6C2D0A-1D3B-43B2-95CF-8092EC94CDB8}" type="parTrans" cxnId="{D7E5D426-5626-4079-9E22-2F0D2A4F16BE}">
      <dgm:prSet/>
      <dgm:spPr/>
      <dgm:t>
        <a:bodyPr/>
        <a:lstStyle/>
        <a:p>
          <a:endParaRPr lang="en-US"/>
        </a:p>
      </dgm:t>
    </dgm:pt>
    <dgm:pt modelId="{E294B8C9-49D2-455B-ABC4-D1A5FDFE05F7}" type="sibTrans" cxnId="{D7E5D426-5626-4079-9E22-2F0D2A4F16BE}">
      <dgm:prSet/>
      <dgm:spPr/>
      <dgm:t>
        <a:bodyPr/>
        <a:lstStyle/>
        <a:p>
          <a:endParaRPr lang="en-US"/>
        </a:p>
      </dgm:t>
    </dgm:pt>
    <dgm:pt modelId="{D45092D0-2238-42B6-BEA6-581D76491CF6}">
      <dgm:prSet/>
      <dgm:spPr/>
      <dgm:t>
        <a:bodyPr/>
        <a:lstStyle/>
        <a:p>
          <a:r>
            <a:rPr lang="en-US" b="0" i="0" baseline="0"/>
            <a:t>Sơ đồ ERD hoàn chỉnh được phê duyệt.</a:t>
          </a:r>
          <a:endParaRPr lang="en-US"/>
        </a:p>
      </dgm:t>
    </dgm:pt>
    <dgm:pt modelId="{3E846A66-7F1A-4851-80EF-7F82EB4CE277}" type="parTrans" cxnId="{971B776A-45DA-41F7-B1C0-6423C34A0ACA}">
      <dgm:prSet/>
      <dgm:spPr/>
      <dgm:t>
        <a:bodyPr/>
        <a:lstStyle/>
        <a:p>
          <a:endParaRPr lang="en-US"/>
        </a:p>
      </dgm:t>
    </dgm:pt>
    <dgm:pt modelId="{731806A3-AB5E-4F57-A772-40D9281DFFAE}" type="sibTrans" cxnId="{971B776A-45DA-41F7-B1C0-6423C34A0ACA}">
      <dgm:prSet/>
      <dgm:spPr/>
      <dgm:t>
        <a:bodyPr/>
        <a:lstStyle/>
        <a:p>
          <a:endParaRPr lang="en-US"/>
        </a:p>
      </dgm:t>
    </dgm:pt>
    <dgm:pt modelId="{13918A46-79AE-4808-9DC1-8700A5F4B3A9}">
      <dgm:prSet/>
      <dgm:spPr/>
      <dgm:t>
        <a:bodyPr/>
        <a:lstStyle/>
        <a:p>
          <a:r>
            <a:rPr lang="en-US" b="0" i="0" baseline="0"/>
            <a:t>Database erp_db vận hành ổn định.</a:t>
          </a:r>
          <a:endParaRPr lang="en-US"/>
        </a:p>
      </dgm:t>
    </dgm:pt>
    <dgm:pt modelId="{8BA9F99C-30D6-4211-9664-9EC4D69120DF}" type="parTrans" cxnId="{C1BDF807-5D66-4E23-8CB7-A7D9BE431159}">
      <dgm:prSet/>
      <dgm:spPr/>
      <dgm:t>
        <a:bodyPr/>
        <a:lstStyle/>
        <a:p>
          <a:endParaRPr lang="en-US"/>
        </a:p>
      </dgm:t>
    </dgm:pt>
    <dgm:pt modelId="{B943DF0B-8392-4C5D-BD5F-7B5D09715B80}" type="sibTrans" cxnId="{C1BDF807-5D66-4E23-8CB7-A7D9BE431159}">
      <dgm:prSet/>
      <dgm:spPr/>
      <dgm:t>
        <a:bodyPr/>
        <a:lstStyle/>
        <a:p>
          <a:endParaRPr lang="en-US"/>
        </a:p>
      </dgm:t>
    </dgm:pt>
    <dgm:pt modelId="{CC2F2121-347D-404F-82A1-2A648CE33ADF}">
      <dgm:prSet/>
      <dgm:spPr/>
      <dgm:t>
        <a:bodyPr/>
        <a:lstStyle/>
        <a:p>
          <a:r>
            <a:rPr lang="en-US" b="0" i="0" baseline="0"/>
            <a:t>Spring Boot kết nối thành công và tự động tạo được các bảng đầu tiên.</a:t>
          </a:r>
          <a:endParaRPr lang="en-US"/>
        </a:p>
      </dgm:t>
    </dgm:pt>
    <dgm:pt modelId="{76ABFE26-1992-49DD-875C-88DD3314F789}" type="parTrans" cxnId="{B1F05BA6-FADC-473B-947E-4797DD9F15A4}">
      <dgm:prSet/>
      <dgm:spPr/>
      <dgm:t>
        <a:bodyPr/>
        <a:lstStyle/>
        <a:p>
          <a:endParaRPr lang="en-US"/>
        </a:p>
      </dgm:t>
    </dgm:pt>
    <dgm:pt modelId="{0A495F97-3599-4FEF-8581-9B906B08A0AB}" type="sibTrans" cxnId="{B1F05BA6-FADC-473B-947E-4797DD9F15A4}">
      <dgm:prSet/>
      <dgm:spPr/>
      <dgm:t>
        <a:bodyPr/>
        <a:lstStyle/>
        <a:p>
          <a:endParaRPr lang="en-US"/>
        </a:p>
      </dgm:t>
    </dgm:pt>
    <dgm:pt modelId="{580022C2-1098-45F7-BC05-1E31B08748EC}">
      <dgm:prSet/>
      <dgm:spPr/>
      <dgm:t>
        <a:bodyPr/>
        <a:lstStyle/>
        <a:p>
          <a:r>
            <a:rPr lang="en-US" b="0" i="0" baseline="0"/>
            <a:t>Thực hiện bản </a:t>
          </a:r>
          <a:r>
            <a:rPr lang="en-US" b="1" i="0" baseline="0"/>
            <a:t>Git Commit</a:t>
          </a:r>
          <a:r>
            <a:rPr lang="en-US" b="0" i="0" baseline="0"/>
            <a:t> cho cấu hình Database.</a:t>
          </a:r>
          <a:endParaRPr lang="en-US"/>
        </a:p>
      </dgm:t>
    </dgm:pt>
    <dgm:pt modelId="{4B638BDA-0F3A-467F-835E-58FD59C1721E}" type="parTrans" cxnId="{71F0A9BE-80A5-497F-8600-1DF83505C192}">
      <dgm:prSet/>
      <dgm:spPr/>
      <dgm:t>
        <a:bodyPr/>
        <a:lstStyle/>
        <a:p>
          <a:endParaRPr lang="en-US"/>
        </a:p>
      </dgm:t>
    </dgm:pt>
    <dgm:pt modelId="{89BF9CED-28F5-4B2B-B4B8-80963628CB84}" type="sibTrans" cxnId="{71F0A9BE-80A5-497F-8600-1DF83505C192}">
      <dgm:prSet/>
      <dgm:spPr/>
      <dgm:t>
        <a:bodyPr/>
        <a:lstStyle/>
        <a:p>
          <a:endParaRPr lang="en-US"/>
        </a:p>
      </dgm:t>
    </dgm:pt>
    <dgm:pt modelId="{CD419CDA-D69C-4B77-BDAF-A694879684BE}">
      <dgm:prSet/>
      <dgm:spPr/>
      <dgm:t>
        <a:bodyPr/>
        <a:lstStyle/>
        <a:p>
          <a:r>
            <a:rPr lang="en-US" b="1" i="0" baseline="0" dirty="0" err="1"/>
            <a:t>Lời</a:t>
          </a:r>
          <a:r>
            <a:rPr lang="en-US" b="1" i="0" baseline="0" dirty="0"/>
            <a:t> </a:t>
          </a:r>
          <a:r>
            <a:rPr lang="en-US" b="1" i="0" baseline="0" dirty="0" err="1"/>
            <a:t>kết</a:t>
          </a:r>
          <a:r>
            <a:rPr lang="en-US" b="1" i="0" baseline="0" dirty="0"/>
            <a:t>:</a:t>
          </a:r>
          <a:r>
            <a:rPr lang="en-US" b="0" i="0" baseline="0" dirty="0"/>
            <a:t> "</a:t>
          </a:r>
          <a:r>
            <a:rPr lang="en-US" b="0" i="0" baseline="0" dirty="0" err="1"/>
            <a:t>Dữ</a:t>
          </a:r>
          <a:r>
            <a:rPr lang="en-US" b="0" i="0" baseline="0" dirty="0"/>
            <a:t> </a:t>
          </a:r>
          <a:r>
            <a:rPr lang="en-US" b="0" i="0" baseline="0" dirty="0" err="1"/>
            <a:t>liệu</a:t>
          </a:r>
          <a:r>
            <a:rPr lang="en-US" b="0" i="0" baseline="0" dirty="0"/>
            <a:t> </a:t>
          </a:r>
          <a:r>
            <a:rPr lang="en-US" b="0" i="0" baseline="0" dirty="0" err="1"/>
            <a:t>chính</a:t>
          </a:r>
          <a:r>
            <a:rPr lang="en-US" b="0" i="0" baseline="0" dirty="0"/>
            <a:t> </a:t>
          </a:r>
          <a:r>
            <a:rPr lang="en-US" b="0" i="0" baseline="0" dirty="0" err="1"/>
            <a:t>là</a:t>
          </a:r>
          <a:r>
            <a:rPr lang="en-US" b="0" i="0" baseline="0" dirty="0"/>
            <a:t> </a:t>
          </a:r>
          <a:r>
            <a:rPr lang="en-US" b="0" i="0" baseline="0" dirty="0" err="1"/>
            <a:t>dòng</a:t>
          </a:r>
          <a:r>
            <a:rPr lang="en-US" b="0" i="0" baseline="0" dirty="0"/>
            <a:t> </a:t>
          </a:r>
          <a:r>
            <a:rPr lang="en-US" b="0" i="0" baseline="0" dirty="0" err="1"/>
            <a:t>máu</a:t>
          </a:r>
          <a:r>
            <a:rPr lang="en-US" b="0" i="0" baseline="0" dirty="0"/>
            <a:t> </a:t>
          </a:r>
          <a:r>
            <a:rPr lang="en-US" b="0" i="0" baseline="0" dirty="0" err="1"/>
            <a:t>của</a:t>
          </a:r>
          <a:r>
            <a:rPr lang="en-US" b="0" i="0" baseline="0" dirty="0"/>
            <a:t> ERP - Hoàn </a:t>
          </a:r>
          <a:r>
            <a:rPr lang="en-US" b="0" i="0" baseline="0" dirty="0" err="1"/>
            <a:t>tất</a:t>
          </a:r>
          <a:r>
            <a:rPr lang="en-US" b="0" i="0" baseline="0" dirty="0"/>
            <a:t> </a:t>
          </a:r>
          <a:r>
            <a:rPr lang="en-US" b="0" i="0" baseline="0" dirty="0" err="1"/>
            <a:t>Tuần</a:t>
          </a:r>
          <a:r>
            <a:rPr lang="en-US" b="0" i="0" baseline="0" dirty="0"/>
            <a:t> 2 </a:t>
          </a:r>
          <a:r>
            <a:rPr lang="en-US" b="0" i="0" baseline="0" dirty="0" err="1"/>
            <a:t>là</a:t>
          </a:r>
          <a:r>
            <a:rPr lang="en-US" b="0" i="0" baseline="0" dirty="0"/>
            <a:t> </a:t>
          </a:r>
          <a:r>
            <a:rPr lang="en-US" b="0" i="0" baseline="0" dirty="0" err="1"/>
            <a:t>sẵn</a:t>
          </a:r>
          <a:r>
            <a:rPr lang="en-US" b="0" i="0" baseline="0" dirty="0"/>
            <a:t> </a:t>
          </a:r>
          <a:r>
            <a:rPr lang="en-US" b="0" i="0" baseline="0" dirty="0" err="1"/>
            <a:t>sàng</a:t>
          </a:r>
          <a:r>
            <a:rPr lang="en-US" b="0" i="0" baseline="0" dirty="0"/>
            <a:t> </a:t>
          </a:r>
          <a:r>
            <a:rPr lang="en-US" b="0" i="0" baseline="0" dirty="0" err="1"/>
            <a:t>cho</a:t>
          </a:r>
          <a:r>
            <a:rPr lang="en-US" b="0" i="0" baseline="0" dirty="0"/>
            <a:t> </a:t>
          </a:r>
          <a:r>
            <a:rPr lang="en-US" b="0" i="0" baseline="0" dirty="0" err="1"/>
            <a:t>các</a:t>
          </a:r>
          <a:r>
            <a:rPr lang="en-US" b="0" i="0" baseline="0" dirty="0"/>
            <a:t> </a:t>
          </a:r>
          <a:r>
            <a:rPr lang="en-US" b="0" i="0" baseline="0" dirty="0" err="1"/>
            <a:t>chức</a:t>
          </a:r>
          <a:r>
            <a:rPr lang="en-US" b="0" i="0" baseline="0" dirty="0"/>
            <a:t> </a:t>
          </a:r>
          <a:r>
            <a:rPr lang="en-US" b="0" i="0" baseline="0" dirty="0" err="1"/>
            <a:t>năng</a:t>
          </a:r>
          <a:r>
            <a:rPr lang="en-US" b="0" i="0" baseline="0" dirty="0"/>
            <a:t> </a:t>
          </a:r>
          <a:r>
            <a:rPr lang="en-US" b="0" i="0" baseline="0" dirty="0" err="1"/>
            <a:t>nghiệp</a:t>
          </a:r>
          <a:r>
            <a:rPr lang="en-US" b="0" i="0" baseline="0" dirty="0"/>
            <a:t> </a:t>
          </a:r>
          <a:r>
            <a:rPr lang="en-US" b="0" i="0" baseline="0" dirty="0" err="1"/>
            <a:t>vụ</a:t>
          </a:r>
          <a:r>
            <a:rPr lang="en-US" b="0" i="0" baseline="0" dirty="0"/>
            <a:t>."</a:t>
          </a:r>
          <a:endParaRPr lang="en-US" dirty="0"/>
        </a:p>
      </dgm:t>
    </dgm:pt>
    <dgm:pt modelId="{D93AEB33-2EE9-48D6-BFAB-E3B04917B0AC}" type="parTrans" cxnId="{93F823B3-0777-4EE0-A83F-07DB36FC218C}">
      <dgm:prSet/>
      <dgm:spPr/>
      <dgm:t>
        <a:bodyPr/>
        <a:lstStyle/>
        <a:p>
          <a:endParaRPr lang="en-US"/>
        </a:p>
      </dgm:t>
    </dgm:pt>
    <dgm:pt modelId="{F7861E97-3BF8-4143-AE27-5E1CD5F97465}" type="sibTrans" cxnId="{93F823B3-0777-4EE0-A83F-07DB36FC218C}">
      <dgm:prSet/>
      <dgm:spPr/>
      <dgm:t>
        <a:bodyPr/>
        <a:lstStyle/>
        <a:p>
          <a:endParaRPr lang="en-US"/>
        </a:p>
      </dgm:t>
    </dgm:pt>
    <dgm:pt modelId="{9CE2CFE0-0251-4E80-9842-C55AE78A9FC0}" type="pres">
      <dgm:prSet presAssocID="{60F238DA-1F44-462C-A175-AEED433AB2D1}" presName="Name0" presStyleCnt="0">
        <dgm:presLayoutVars>
          <dgm:dir/>
          <dgm:animLvl val="lvl"/>
          <dgm:resizeHandles val="exact"/>
        </dgm:presLayoutVars>
      </dgm:prSet>
      <dgm:spPr/>
    </dgm:pt>
    <dgm:pt modelId="{36860CAB-6C05-4C4F-A4C1-8216E4E6ACB5}" type="pres">
      <dgm:prSet presAssocID="{78C590AA-7520-483F-AB2D-17A6587FD2F5}" presName="boxAndChildren" presStyleCnt="0"/>
      <dgm:spPr/>
    </dgm:pt>
    <dgm:pt modelId="{586591C5-F0E0-42FD-A839-AECA33D0B17E}" type="pres">
      <dgm:prSet presAssocID="{78C590AA-7520-483F-AB2D-17A6587FD2F5}" presName="parentTextBox" presStyleLbl="node1" presStyleIdx="0" presStyleCnt="1"/>
      <dgm:spPr/>
    </dgm:pt>
    <dgm:pt modelId="{4763BCBE-2C01-4D74-8845-D5A10FC4DBB5}" type="pres">
      <dgm:prSet presAssocID="{78C590AA-7520-483F-AB2D-17A6587FD2F5}" presName="entireBox" presStyleLbl="node1" presStyleIdx="0" presStyleCnt="1"/>
      <dgm:spPr/>
    </dgm:pt>
    <dgm:pt modelId="{73105CF7-FE8A-45C4-AFB6-E406C5F9EFA4}" type="pres">
      <dgm:prSet presAssocID="{78C590AA-7520-483F-AB2D-17A6587FD2F5}" presName="descendantBox" presStyleCnt="0"/>
      <dgm:spPr/>
    </dgm:pt>
    <dgm:pt modelId="{844B6D72-D8DF-4895-9EB1-58B65B540C7C}" type="pres">
      <dgm:prSet presAssocID="{C6CC2295-2AE2-478B-816E-4F709CD05387}" presName="childTextBox" presStyleLbl="fgAccFollowNode1" presStyleIdx="0" presStyleCnt="2">
        <dgm:presLayoutVars>
          <dgm:bulletEnabled val="1"/>
        </dgm:presLayoutVars>
      </dgm:prSet>
      <dgm:spPr/>
    </dgm:pt>
    <dgm:pt modelId="{D9D25D18-332B-4761-AD1A-54B6141AF7F1}" type="pres">
      <dgm:prSet presAssocID="{CD419CDA-D69C-4B77-BDAF-A694879684BE}" presName="childTextBox" presStyleLbl="fgAccFollowNode1" presStyleIdx="1" presStyleCnt="2">
        <dgm:presLayoutVars>
          <dgm:bulletEnabled val="1"/>
        </dgm:presLayoutVars>
      </dgm:prSet>
      <dgm:spPr/>
    </dgm:pt>
  </dgm:ptLst>
  <dgm:cxnLst>
    <dgm:cxn modelId="{C1BDF807-5D66-4E23-8CB7-A7D9BE431159}" srcId="{C6CC2295-2AE2-478B-816E-4F709CD05387}" destId="{13918A46-79AE-4808-9DC1-8700A5F4B3A9}" srcOrd="1" destOrd="0" parTransId="{8BA9F99C-30D6-4211-9664-9EC4D69120DF}" sibTransId="{B943DF0B-8392-4C5D-BD5F-7B5D09715B80}"/>
    <dgm:cxn modelId="{131D3B10-66EE-4BEF-B148-16EC43DF5F34}" type="presOf" srcId="{78C590AA-7520-483F-AB2D-17A6587FD2F5}" destId="{586591C5-F0E0-42FD-A839-AECA33D0B17E}" srcOrd="0" destOrd="0" presId="urn:microsoft.com/office/officeart/2005/8/layout/process4"/>
    <dgm:cxn modelId="{D7E5D426-5626-4079-9E22-2F0D2A4F16BE}" srcId="{78C590AA-7520-483F-AB2D-17A6587FD2F5}" destId="{C6CC2295-2AE2-478B-816E-4F709CD05387}" srcOrd="0" destOrd="0" parTransId="{5E6C2D0A-1D3B-43B2-95CF-8092EC94CDB8}" sibTransId="{E294B8C9-49D2-455B-ABC4-D1A5FDFE05F7}"/>
    <dgm:cxn modelId="{A3037327-E0AD-4CFB-A4BA-AE318BAA41AF}" type="presOf" srcId="{D45092D0-2238-42B6-BEA6-581D76491CF6}" destId="{844B6D72-D8DF-4895-9EB1-58B65B540C7C}" srcOrd="0" destOrd="1" presId="urn:microsoft.com/office/officeart/2005/8/layout/process4"/>
    <dgm:cxn modelId="{D1AEA538-9FDB-43E2-BB73-A0D4DFEE7087}" type="presOf" srcId="{60F238DA-1F44-462C-A175-AEED433AB2D1}" destId="{9CE2CFE0-0251-4E80-9842-C55AE78A9FC0}" srcOrd="0" destOrd="0" presId="urn:microsoft.com/office/officeart/2005/8/layout/process4"/>
    <dgm:cxn modelId="{971B776A-45DA-41F7-B1C0-6423C34A0ACA}" srcId="{C6CC2295-2AE2-478B-816E-4F709CD05387}" destId="{D45092D0-2238-42B6-BEA6-581D76491CF6}" srcOrd="0" destOrd="0" parTransId="{3E846A66-7F1A-4851-80EF-7F82EB4CE277}" sibTransId="{731806A3-AB5E-4F57-A772-40D9281DFFAE}"/>
    <dgm:cxn modelId="{8706B351-D92F-4349-8832-64927BAB0BDC}" srcId="{60F238DA-1F44-462C-A175-AEED433AB2D1}" destId="{78C590AA-7520-483F-AB2D-17A6587FD2F5}" srcOrd="0" destOrd="0" parTransId="{EECDFAA1-C1AB-40AA-9702-FCE101D2F4FF}" sibTransId="{9A9A5BE5-5792-463A-B574-0C5D69D17F20}"/>
    <dgm:cxn modelId="{0050C958-FF65-4C3D-A304-52277441A2DD}" type="presOf" srcId="{CD419CDA-D69C-4B77-BDAF-A694879684BE}" destId="{D9D25D18-332B-4761-AD1A-54B6141AF7F1}" srcOrd="0" destOrd="0" presId="urn:microsoft.com/office/officeart/2005/8/layout/process4"/>
    <dgm:cxn modelId="{B1F05BA6-FADC-473B-947E-4797DD9F15A4}" srcId="{C6CC2295-2AE2-478B-816E-4F709CD05387}" destId="{CC2F2121-347D-404F-82A1-2A648CE33ADF}" srcOrd="2" destOrd="0" parTransId="{76ABFE26-1992-49DD-875C-88DD3314F789}" sibTransId="{0A495F97-3599-4FEF-8581-9B906B08A0AB}"/>
    <dgm:cxn modelId="{389462A6-893E-478B-89BA-3A624EB652C6}" type="presOf" srcId="{580022C2-1098-45F7-BC05-1E31B08748EC}" destId="{844B6D72-D8DF-4895-9EB1-58B65B540C7C}" srcOrd="0" destOrd="4" presId="urn:microsoft.com/office/officeart/2005/8/layout/process4"/>
    <dgm:cxn modelId="{93F823B3-0777-4EE0-A83F-07DB36FC218C}" srcId="{78C590AA-7520-483F-AB2D-17A6587FD2F5}" destId="{CD419CDA-D69C-4B77-BDAF-A694879684BE}" srcOrd="1" destOrd="0" parTransId="{D93AEB33-2EE9-48D6-BFAB-E3B04917B0AC}" sibTransId="{F7861E97-3BF8-4143-AE27-5E1CD5F97465}"/>
    <dgm:cxn modelId="{3DE573B7-9E6B-4125-B14E-332847C2BB54}" type="presOf" srcId="{C6CC2295-2AE2-478B-816E-4F709CD05387}" destId="{844B6D72-D8DF-4895-9EB1-58B65B540C7C}" srcOrd="0" destOrd="0" presId="urn:microsoft.com/office/officeart/2005/8/layout/process4"/>
    <dgm:cxn modelId="{CD460CBB-1D52-4C45-BD12-9473AEECC790}" type="presOf" srcId="{CC2F2121-347D-404F-82A1-2A648CE33ADF}" destId="{844B6D72-D8DF-4895-9EB1-58B65B540C7C}" srcOrd="0" destOrd="3" presId="urn:microsoft.com/office/officeart/2005/8/layout/process4"/>
    <dgm:cxn modelId="{71F0A9BE-80A5-497F-8600-1DF83505C192}" srcId="{C6CC2295-2AE2-478B-816E-4F709CD05387}" destId="{580022C2-1098-45F7-BC05-1E31B08748EC}" srcOrd="3" destOrd="0" parTransId="{4B638BDA-0F3A-467F-835E-58FD59C1721E}" sibTransId="{89BF9CED-28F5-4B2B-B4B8-80963628CB84}"/>
    <dgm:cxn modelId="{E97D7DD5-EA30-4EE8-BDE6-8D25791A4A47}" type="presOf" srcId="{13918A46-79AE-4808-9DC1-8700A5F4B3A9}" destId="{844B6D72-D8DF-4895-9EB1-58B65B540C7C}" srcOrd="0" destOrd="2" presId="urn:microsoft.com/office/officeart/2005/8/layout/process4"/>
    <dgm:cxn modelId="{9C3571F9-5785-49AA-98CA-5E630A624D79}" type="presOf" srcId="{78C590AA-7520-483F-AB2D-17A6587FD2F5}" destId="{4763BCBE-2C01-4D74-8845-D5A10FC4DBB5}" srcOrd="1" destOrd="0" presId="urn:microsoft.com/office/officeart/2005/8/layout/process4"/>
    <dgm:cxn modelId="{93AFAD68-FE07-44F3-9661-3F5823563016}" type="presParOf" srcId="{9CE2CFE0-0251-4E80-9842-C55AE78A9FC0}" destId="{36860CAB-6C05-4C4F-A4C1-8216E4E6ACB5}" srcOrd="0" destOrd="0" presId="urn:microsoft.com/office/officeart/2005/8/layout/process4"/>
    <dgm:cxn modelId="{048BC7A2-3903-4222-A126-6CC055852342}" type="presParOf" srcId="{36860CAB-6C05-4C4F-A4C1-8216E4E6ACB5}" destId="{586591C5-F0E0-42FD-A839-AECA33D0B17E}" srcOrd="0" destOrd="0" presId="urn:microsoft.com/office/officeart/2005/8/layout/process4"/>
    <dgm:cxn modelId="{7699200F-9912-4BB8-8936-5E3DA6BC220A}" type="presParOf" srcId="{36860CAB-6C05-4C4F-A4C1-8216E4E6ACB5}" destId="{4763BCBE-2C01-4D74-8845-D5A10FC4DBB5}" srcOrd="1" destOrd="0" presId="urn:microsoft.com/office/officeart/2005/8/layout/process4"/>
    <dgm:cxn modelId="{E210D35B-A753-42C8-B267-A46D3A22B071}" type="presParOf" srcId="{36860CAB-6C05-4C4F-A4C1-8216E4E6ACB5}" destId="{73105CF7-FE8A-45C4-AFB6-E406C5F9EFA4}" srcOrd="2" destOrd="0" presId="urn:microsoft.com/office/officeart/2005/8/layout/process4"/>
    <dgm:cxn modelId="{76E62E86-9F9F-4BC4-AE12-DC4E29344D05}" type="presParOf" srcId="{73105CF7-FE8A-45C4-AFB6-E406C5F9EFA4}" destId="{844B6D72-D8DF-4895-9EB1-58B65B540C7C}" srcOrd="0" destOrd="0" presId="urn:microsoft.com/office/officeart/2005/8/layout/process4"/>
    <dgm:cxn modelId="{424B2892-2D94-4034-BA9C-4DB9FF231E2C}" type="presParOf" srcId="{73105CF7-FE8A-45C4-AFB6-E406C5F9EFA4}" destId="{D9D25D18-332B-4761-AD1A-54B6141AF7F1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82230-139B-4435-BB1E-7B08DFC8A901}">
      <dsp:nvSpPr>
        <dsp:cNvPr id="0" name=""/>
        <dsp:cNvSpPr/>
      </dsp:nvSpPr>
      <dsp:spPr>
        <a:xfrm>
          <a:off x="1291" y="577166"/>
          <a:ext cx="5035226" cy="302113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5842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 baseline="0"/>
            <a:t>Khởi chạy dịch vụ MySQL thông qua bảng điều khiển XAMPP.</a:t>
          </a:r>
          <a:endParaRPr lang="en-US" sz="4700" kern="1200"/>
        </a:p>
      </dsp:txBody>
      <dsp:txXfrm>
        <a:off x="1291" y="577166"/>
        <a:ext cx="5035226" cy="3021135"/>
      </dsp:txXfrm>
    </dsp:sp>
    <dsp:sp modelId="{F3AA7B61-5E93-436C-872C-E73F752E17E1}">
      <dsp:nvSpPr>
        <dsp:cNvPr id="0" name=""/>
        <dsp:cNvSpPr/>
      </dsp:nvSpPr>
      <dsp:spPr>
        <a:xfrm>
          <a:off x="5540040" y="577166"/>
          <a:ext cx="5035226" cy="3021135"/>
        </a:xfrm>
        <a:prstGeom prst="rect">
          <a:avLst/>
        </a:prstGeom>
        <a:solidFill>
          <a:schemeClr val="accent5">
            <a:hueOff val="-1837137"/>
            <a:satOff val="270"/>
            <a:lumOff val="-6471"/>
            <a:alphaOff val="0"/>
          </a:schemeClr>
        </a:solidFill>
        <a:ln w="5842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0" i="0" kern="1200" baseline="0"/>
            <a:t>Khởi tạo Database erp_db trên PHPMyAdmin.</a:t>
          </a:r>
          <a:endParaRPr lang="en-US" sz="4700" kern="1200"/>
        </a:p>
      </dsp:txBody>
      <dsp:txXfrm>
        <a:off x="5540040" y="577166"/>
        <a:ext cx="5035226" cy="30211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3BCBE-2C01-4D74-8845-D5A10FC4DBB5}">
      <dsp:nvSpPr>
        <dsp:cNvPr id="0" name=""/>
        <dsp:cNvSpPr/>
      </dsp:nvSpPr>
      <dsp:spPr>
        <a:xfrm>
          <a:off x="0" y="0"/>
          <a:ext cx="10576558" cy="41754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5842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76936" tIns="376936" rIns="376936" bIns="376936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b="1" i="0" kern="1200" baseline="0" dirty="0"/>
            <a:t>Hoàn </a:t>
          </a:r>
          <a:r>
            <a:rPr lang="en-US" sz="5300" b="1" i="0" kern="1200" baseline="0" dirty="0" err="1"/>
            <a:t>thiện</a:t>
          </a:r>
          <a:r>
            <a:rPr lang="en-US" sz="5300" b="1" i="0" kern="1200" baseline="0" dirty="0"/>
            <a:t> </a:t>
          </a:r>
          <a:r>
            <a:rPr lang="en-US" sz="5300" b="1" i="0" kern="1200" baseline="0" dirty="0" err="1"/>
            <a:t>tầng</a:t>
          </a:r>
          <a:r>
            <a:rPr lang="en-US" sz="5300" b="1" i="0" kern="1200" baseline="0" dirty="0"/>
            <a:t> Persistence (Lưu </a:t>
          </a:r>
          <a:r>
            <a:rPr lang="en-US" sz="5300" b="1" i="0" kern="1200" baseline="0" dirty="0" err="1"/>
            <a:t>trữ</a:t>
          </a:r>
          <a:r>
            <a:rPr lang="en-US" sz="5300" b="1" i="0" kern="1200" baseline="0" dirty="0"/>
            <a:t>).</a:t>
          </a:r>
          <a:endParaRPr lang="en-US" sz="5300" kern="1200" dirty="0"/>
        </a:p>
      </dsp:txBody>
      <dsp:txXfrm>
        <a:off x="0" y="0"/>
        <a:ext cx="10576558" cy="2254752"/>
      </dsp:txXfrm>
    </dsp:sp>
    <dsp:sp modelId="{844B6D72-D8DF-4895-9EB1-58B65B540C7C}">
      <dsp:nvSpPr>
        <dsp:cNvPr id="0" name=""/>
        <dsp:cNvSpPr/>
      </dsp:nvSpPr>
      <dsp:spPr>
        <a:xfrm>
          <a:off x="0" y="2171243"/>
          <a:ext cx="5288279" cy="192071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Kết quả mong đợi (Definition of Done):</a:t>
          </a:r>
          <a:endParaRPr lang="en-US" sz="23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Sơ đồ ERD hoàn chỉnh được phê duyệt.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Database erp_db vận hành ổn định.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Spring Boot kết nối thành công và tự động tạo được các bảng đầu tiên.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i="0" kern="1200" baseline="0"/>
            <a:t>Thực hiện bản </a:t>
          </a:r>
          <a:r>
            <a:rPr lang="en-US" sz="1800" b="1" i="0" kern="1200" baseline="0"/>
            <a:t>Git Commit</a:t>
          </a:r>
          <a:r>
            <a:rPr lang="en-US" sz="1800" b="0" i="0" kern="1200" baseline="0"/>
            <a:t> cho cấu hình Database.</a:t>
          </a:r>
          <a:endParaRPr lang="en-US" sz="1800" kern="1200"/>
        </a:p>
      </dsp:txBody>
      <dsp:txXfrm>
        <a:off x="0" y="2171243"/>
        <a:ext cx="5288279" cy="1920715"/>
      </dsp:txXfrm>
    </dsp:sp>
    <dsp:sp modelId="{D9D25D18-332B-4761-AD1A-54B6141AF7F1}">
      <dsp:nvSpPr>
        <dsp:cNvPr id="0" name=""/>
        <dsp:cNvSpPr/>
      </dsp:nvSpPr>
      <dsp:spPr>
        <a:xfrm>
          <a:off x="5288279" y="2171243"/>
          <a:ext cx="5288279" cy="1920715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7145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29210" rIns="163576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 dirty="0" err="1"/>
            <a:t>Lời</a:t>
          </a:r>
          <a:r>
            <a:rPr lang="en-US" sz="2300" b="1" i="0" kern="1200" baseline="0" dirty="0"/>
            <a:t> </a:t>
          </a:r>
          <a:r>
            <a:rPr lang="en-US" sz="2300" b="1" i="0" kern="1200" baseline="0" dirty="0" err="1"/>
            <a:t>kết</a:t>
          </a:r>
          <a:r>
            <a:rPr lang="en-US" sz="2300" b="1" i="0" kern="1200" baseline="0" dirty="0"/>
            <a:t>:</a:t>
          </a:r>
          <a:r>
            <a:rPr lang="en-US" sz="2300" b="0" i="0" kern="1200" baseline="0" dirty="0"/>
            <a:t> "</a:t>
          </a:r>
          <a:r>
            <a:rPr lang="en-US" sz="2300" b="0" i="0" kern="1200" baseline="0" dirty="0" err="1"/>
            <a:t>Dữ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liệu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chính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là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dòng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máu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của</a:t>
          </a:r>
          <a:r>
            <a:rPr lang="en-US" sz="2300" b="0" i="0" kern="1200" baseline="0" dirty="0"/>
            <a:t> ERP - Hoàn </a:t>
          </a:r>
          <a:r>
            <a:rPr lang="en-US" sz="2300" b="0" i="0" kern="1200" baseline="0" dirty="0" err="1"/>
            <a:t>tất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Tuần</a:t>
          </a:r>
          <a:r>
            <a:rPr lang="en-US" sz="2300" b="0" i="0" kern="1200" baseline="0" dirty="0"/>
            <a:t> 2 </a:t>
          </a:r>
          <a:r>
            <a:rPr lang="en-US" sz="2300" b="0" i="0" kern="1200" baseline="0" dirty="0" err="1"/>
            <a:t>là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sẵn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sàng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cho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các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chức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năng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nghiệp</a:t>
          </a:r>
          <a:r>
            <a:rPr lang="en-US" sz="2300" b="0" i="0" kern="1200" baseline="0" dirty="0"/>
            <a:t> </a:t>
          </a:r>
          <a:r>
            <a:rPr lang="en-US" sz="2300" b="0" i="0" kern="1200" baseline="0" dirty="0" err="1"/>
            <a:t>vụ</a:t>
          </a:r>
          <a:r>
            <a:rPr lang="en-US" sz="2300" b="0" i="0" kern="1200" baseline="0" dirty="0"/>
            <a:t>."</a:t>
          </a:r>
          <a:endParaRPr lang="en-US" sz="2300" kern="1200" dirty="0"/>
        </a:p>
      </dsp:txBody>
      <dsp:txXfrm>
        <a:off x="5288279" y="2171243"/>
        <a:ext cx="5288279" cy="19207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9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0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2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85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8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2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8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1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0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4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0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C4EB9-1BFB-4116-9DD4-EC9D72B8C2E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95971-EFB9-4860-AC92-B9A4B023C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47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FD8F1113-2E3C-46E3-B54F-B7F421EEF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65DDECC-A11E-434E-87B2-8997CD383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54A4D14-513F-4121-92D3-5CCB46896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>
                <a:gd name="T0" fmla="*/ 1752 w 2038"/>
                <a:gd name="T1" fmla="*/ 1169 h 1169"/>
                <a:gd name="T2" fmla="*/ 1487 w 2038"/>
                <a:gd name="T3" fmla="*/ 334 h 1169"/>
                <a:gd name="T4" fmla="*/ 860 w 2038"/>
                <a:gd name="T5" fmla="*/ 22 h 1169"/>
                <a:gd name="T6" fmla="*/ 199 w 2038"/>
                <a:gd name="T7" fmla="*/ 318 h 1169"/>
                <a:gd name="T8" fmla="*/ 399 w 2038"/>
                <a:gd name="T9" fmla="*/ 1165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6">
              <a:extLst>
                <a:ext uri="{FF2B5EF4-FFF2-40B4-BE49-F238E27FC236}">
                  <a16:creationId xmlns:a16="http://schemas.microsoft.com/office/drawing/2014/main" id="{6C3411F1-AD17-499D-AFEF-2F300F6DF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>
                <a:gd name="T0" fmla="*/ 1025 w 1549"/>
                <a:gd name="T1" fmla="*/ 1016 h 1017"/>
                <a:gd name="T2" fmla="*/ 1443 w 1549"/>
                <a:gd name="T3" fmla="*/ 592 h 1017"/>
                <a:gd name="T4" fmla="*/ 782 w 1549"/>
                <a:gd name="T5" fmla="*/ 53 h 1017"/>
                <a:gd name="T6" fmla="*/ 150 w 1549"/>
                <a:gd name="T7" fmla="*/ 329 h 1017"/>
                <a:gd name="T8" fmla="*/ 477 w 1549"/>
                <a:gd name="T9" fmla="*/ 1017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60BF2CBE-B1E9-4C42-89DC-C35E4E651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>
                <a:gd name="T0" fmla="*/ 1302 w 1688"/>
                <a:gd name="T1" fmla="*/ 1066 h 1066"/>
                <a:gd name="T2" fmla="*/ 1613 w 1688"/>
                <a:gd name="T3" fmla="*/ 850 h 1066"/>
                <a:gd name="T4" fmla="*/ 1517 w 1688"/>
                <a:gd name="T5" fmla="*/ 471 h 1066"/>
                <a:gd name="T6" fmla="*/ 798 w 1688"/>
                <a:gd name="T7" fmla="*/ 28 h 1066"/>
                <a:gd name="T8" fmla="*/ 181 w 1688"/>
                <a:gd name="T9" fmla="*/ 333 h 1066"/>
                <a:gd name="T10" fmla="*/ 420 w 1688"/>
                <a:gd name="T11" fmla="*/ 1066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8">
              <a:extLst>
                <a:ext uri="{FF2B5EF4-FFF2-40B4-BE49-F238E27FC236}">
                  <a16:creationId xmlns:a16="http://schemas.microsoft.com/office/drawing/2014/main" id="{72C95A87-DCDB-41C4-B774-744B3ECBE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>
                <a:gd name="T0" fmla="*/ 1873 w 2171"/>
                <a:gd name="T1" fmla="*/ 1326 h 1326"/>
                <a:gd name="T2" fmla="*/ 1609 w 2171"/>
                <a:gd name="T3" fmla="*/ 473 h 1326"/>
                <a:gd name="T4" fmla="*/ 880 w 2171"/>
                <a:gd name="T5" fmla="*/ 63 h 1326"/>
                <a:gd name="T6" fmla="*/ 0 w 2171"/>
                <a:gd name="T7" fmla="*/ 423 h 1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BCB97515-32FF-43A6-A51C-B140193AB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>
                <a:gd name="T0" fmla="*/ 0 w 106"/>
                <a:gd name="T1" fmla="*/ 0 h 143"/>
                <a:gd name="T2" fmla="*/ 106 w 106"/>
                <a:gd name="T3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9C6379D3-7045-4B76-9409-6D23D753D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>
                <a:gd name="T0" fmla="*/ 2046 w 2330"/>
                <a:gd name="T1" fmla="*/ 1452 h 1452"/>
                <a:gd name="T2" fmla="*/ 1813 w 2330"/>
                <a:gd name="T3" fmla="*/ 601 h 1452"/>
                <a:gd name="T4" fmla="*/ 956 w 2330"/>
                <a:gd name="T5" fmla="*/ 97 h 1452"/>
                <a:gd name="T6" fmla="*/ 0 w 2330"/>
                <a:gd name="T7" fmla="*/ 366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C324CDD-B30F-47DD-8627-E2171D5E8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>
                <a:gd name="T0" fmla="*/ 1094 w 1216"/>
                <a:gd name="T1" fmla="*/ 1436 h 1436"/>
                <a:gd name="T2" fmla="*/ 709 w 1216"/>
                <a:gd name="T3" fmla="*/ 551 h 1436"/>
                <a:gd name="T4" fmla="*/ 0 w 1216"/>
                <a:gd name="T5" fmla="*/ 0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2">
              <a:extLst>
                <a:ext uri="{FF2B5EF4-FFF2-40B4-BE49-F238E27FC236}">
                  <a16:creationId xmlns:a16="http://schemas.microsoft.com/office/drawing/2014/main" id="{61B1C1DE-4201-4989-BE65-41ADC2472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>
                <a:gd name="T0" fmla="*/ 222 w 222"/>
                <a:gd name="T1" fmla="*/ 0 h 129"/>
                <a:gd name="T2" fmla="*/ 0 w 222"/>
                <a:gd name="T3" fmla="*/ 129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0A9092BE-A36C-4833-8E71-2850F4AF7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>
                <a:gd name="T0" fmla="*/ 1067 w 1174"/>
                <a:gd name="T1" fmla="*/ 1440 h 1440"/>
                <a:gd name="T2" fmla="*/ 698 w 1174"/>
                <a:gd name="T3" fmla="*/ 577 h 1440"/>
                <a:gd name="T4" fmla="*/ 0 w 1174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806398CC-D327-4E06-838C-31119BD56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1E3F0C5B-76A9-4A8F-A1CB-35C0DE83A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>
                <a:gd name="T0" fmla="*/ 1056 w 1155"/>
                <a:gd name="T1" fmla="*/ 1440 h 1440"/>
                <a:gd name="T2" fmla="*/ 686 w 1155"/>
                <a:gd name="T3" fmla="*/ 580 h 1440"/>
                <a:gd name="T4" fmla="*/ 0 w 1155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6">
              <a:extLst>
                <a:ext uri="{FF2B5EF4-FFF2-40B4-BE49-F238E27FC236}">
                  <a16:creationId xmlns:a16="http://schemas.microsoft.com/office/drawing/2014/main" id="{70A741CC-E736-448A-A94E-5C8BB9711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>
                <a:gd name="T0" fmla="*/ 75 w 75"/>
                <a:gd name="T1" fmla="*/ 0 h 45"/>
                <a:gd name="T2" fmla="*/ 0 w 7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02722D1-549B-407E-BF75-2A1E8DB5B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>
                <a:gd name="T0" fmla="*/ 1053 w 1160"/>
                <a:gd name="T1" fmla="*/ 1441 h 1441"/>
                <a:gd name="T2" fmla="*/ 705 w 1160"/>
                <a:gd name="T3" fmla="*/ 599 h 1441"/>
                <a:gd name="T4" fmla="*/ 0 w 1160"/>
                <a:gd name="T5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5CA8D742-18BD-41B5-9C00-FCFFAED257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>
                <a:gd name="T0" fmla="*/ 1040 w 1137"/>
                <a:gd name="T1" fmla="*/ 1440 h 1440"/>
                <a:gd name="T2" fmla="*/ 698 w 1137"/>
                <a:gd name="T3" fmla="*/ 611 h 1440"/>
                <a:gd name="T4" fmla="*/ 0 w 1137"/>
                <a:gd name="T5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8BF81081-4C33-488E-A37E-B95567D0B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>
                <a:gd name="T0" fmla="*/ 1011 w 1058"/>
                <a:gd name="T1" fmla="*/ 1439 h 1439"/>
                <a:gd name="T2" fmla="*/ 648 w 1058"/>
                <a:gd name="T3" fmla="*/ 617 h 1439"/>
                <a:gd name="T4" fmla="*/ 0 w 1058"/>
                <a:gd name="T5" fmla="*/ 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0">
              <a:extLst>
                <a:ext uri="{FF2B5EF4-FFF2-40B4-BE49-F238E27FC236}">
                  <a16:creationId xmlns:a16="http://schemas.microsoft.com/office/drawing/2014/main" id="{462F0DE0-CEBA-420B-8032-FB60893B8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>
                <a:gd name="T0" fmla="*/ 718 w 718"/>
                <a:gd name="T1" fmla="*/ 575 h 575"/>
                <a:gd name="T2" fmla="*/ 0 w 718"/>
                <a:gd name="T3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1">
              <a:extLst>
                <a:ext uri="{FF2B5EF4-FFF2-40B4-BE49-F238E27FC236}">
                  <a16:creationId xmlns:a16="http://schemas.microsoft.com/office/drawing/2014/main" id="{79C8D19E-E3D6-45A6-BCA2-5918A37D7A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>
                <a:gd name="T0" fmla="*/ 620 w 620"/>
                <a:gd name="T1" fmla="*/ 536 h 536"/>
                <a:gd name="T2" fmla="*/ 0 w 620"/>
                <a:gd name="T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2">
              <a:extLst>
                <a:ext uri="{FF2B5EF4-FFF2-40B4-BE49-F238E27FC236}">
                  <a16:creationId xmlns:a16="http://schemas.microsoft.com/office/drawing/2014/main" id="{43280283-E04A-43CA-BFA1-F285486A2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>
                <a:gd name="T0" fmla="*/ 0 w 455"/>
                <a:gd name="T1" fmla="*/ 0 h 285"/>
                <a:gd name="T2" fmla="*/ 455 w 455"/>
                <a:gd name="T3" fmla="*/ 285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8328CB6-0FC5-4AEA-BC7E-489267CB6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>
                <a:gd name="T0" fmla="*/ 0 w 188"/>
                <a:gd name="T1" fmla="*/ 0 h 112"/>
                <a:gd name="T2" fmla="*/ 188 w 188"/>
                <a:gd name="T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2309A8-A90F-0570-255B-698FC29A5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7793" y="4614902"/>
            <a:ext cx="8081960" cy="943954"/>
          </a:xfrm>
        </p:spPr>
        <p:txBody>
          <a:bodyPr>
            <a:normAutofit/>
          </a:bodyPr>
          <a:lstStyle/>
          <a:p>
            <a:r>
              <a:rPr lang="vi-VN" sz="2800">
                <a:solidFill>
                  <a:schemeClr val="tx2"/>
                </a:solidFill>
              </a:rPr>
              <a:t>Thiết kế và xây dựng hệ thống lưu trữ dữ liệu cho dự án SmartFashion ERP</a:t>
            </a:r>
            <a:endParaRPr lang="en-US" sz="28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2CD74-52D3-3255-437D-D288A79EE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7793" y="5558857"/>
            <a:ext cx="8081960" cy="522636"/>
          </a:xfrm>
        </p:spPr>
        <p:txBody>
          <a:bodyPr>
            <a:normAutofit fontScale="85000" lnSpcReduction="20000"/>
          </a:bodyPr>
          <a:lstStyle/>
          <a:p>
            <a:r>
              <a:rPr lang="vi-VN" sz="1600" dirty="0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Xây dựng Kiến trúc Dữ liệu &amp; Hệ quản trị Cơ sở dữ liệu (RDBMS)</a:t>
            </a:r>
            <a:r>
              <a:rPr lang="en-US" sz="1600" dirty="0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</a:p>
          <a:p>
            <a:r>
              <a:rPr lang="en-US" sz="1600" dirty="0" err="1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Thiết</a:t>
            </a:r>
            <a:r>
              <a:rPr lang="en-US" sz="1600" dirty="0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kế</a:t>
            </a:r>
            <a:r>
              <a:rPr lang="en-US" sz="1600" dirty="0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 ERD, </a:t>
            </a:r>
            <a:r>
              <a:rPr lang="en-US" sz="1600" dirty="0" err="1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triển</a:t>
            </a:r>
            <a:r>
              <a:rPr lang="en-US" sz="1600" dirty="0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khai</a:t>
            </a:r>
            <a:r>
              <a:rPr lang="en-US" sz="1600" dirty="0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 MySQL </a:t>
            </a:r>
            <a:r>
              <a:rPr lang="en-US" sz="1600" dirty="0" err="1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và</a:t>
            </a:r>
            <a:r>
              <a:rPr lang="en-US" sz="1600" dirty="0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kết</a:t>
            </a:r>
            <a:r>
              <a:rPr lang="en-US" sz="1600" dirty="0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1600" dirty="0" err="1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nối</a:t>
            </a:r>
            <a:r>
              <a:rPr lang="en-US" sz="1600" dirty="0">
                <a:solidFill>
                  <a:schemeClr val="tx2"/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 Spring Data JPA</a:t>
            </a:r>
          </a:p>
        </p:txBody>
      </p:sp>
      <p:sp>
        <p:nvSpPr>
          <p:cNvPr id="33" name="Isosceles Triangle 39">
            <a:extLst>
              <a:ext uri="{FF2B5EF4-FFF2-40B4-BE49-F238E27FC236}">
                <a16:creationId xmlns:a16="http://schemas.microsoft.com/office/drawing/2014/main" id="{4F37E7FB-7372-47E3-914E-7CF7E94B1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892384" y="4386808"/>
            <a:ext cx="407233" cy="351063"/>
          </a:xfrm>
          <a:prstGeom prst="triangle">
            <a:avLst/>
          </a:prstGeom>
          <a:solidFill>
            <a:srgbClr val="E589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6E168E2-3256-43A5-9298-9E5A6AE8F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2847" y="954593"/>
            <a:ext cx="6086306" cy="3432215"/>
          </a:xfrm>
          <a:prstGeom prst="rect">
            <a:avLst/>
          </a:prstGeom>
          <a:solidFill>
            <a:schemeClr val="bg1"/>
          </a:solidFill>
          <a:ln w="19050">
            <a:solidFill>
              <a:srgbClr val="E589D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1CA4BD-71C1-44FA-A211-DEC31D0D6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" r="-1" b="-1"/>
          <a:stretch>
            <a:fillRect/>
          </a:stretch>
        </p:blipFill>
        <p:spPr>
          <a:xfrm>
            <a:off x="3215640" y="1120792"/>
            <a:ext cx="5760720" cy="3099816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410786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15E1AC81-83F2-45A8-9054-15570F4E2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64" name="Freeform 5">
              <a:extLst>
                <a:ext uri="{FF2B5EF4-FFF2-40B4-BE49-F238E27FC236}">
                  <a16:creationId xmlns:a16="http://schemas.microsoft.com/office/drawing/2014/main" id="{B15AA7C5-9BFE-4B90-A119-467AFACE9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">
              <a:extLst>
                <a:ext uri="{FF2B5EF4-FFF2-40B4-BE49-F238E27FC236}">
                  <a16:creationId xmlns:a16="http://schemas.microsoft.com/office/drawing/2014/main" id="{944AB87D-35AF-4719-9940-5822E7702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7">
              <a:extLst>
                <a:ext uri="{FF2B5EF4-FFF2-40B4-BE49-F238E27FC236}">
                  <a16:creationId xmlns:a16="http://schemas.microsoft.com/office/drawing/2014/main" id="{E8B33BE3-7890-4628-9322-7EFBA3375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8">
              <a:extLst>
                <a:ext uri="{FF2B5EF4-FFF2-40B4-BE49-F238E27FC236}">
                  <a16:creationId xmlns:a16="http://schemas.microsoft.com/office/drawing/2014/main" id="{01AD3ECF-519E-45E2-99DA-F5C1B5071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9">
              <a:extLst>
                <a:ext uri="{FF2B5EF4-FFF2-40B4-BE49-F238E27FC236}">
                  <a16:creationId xmlns:a16="http://schemas.microsoft.com/office/drawing/2014/main" id="{C050E700-0FF1-4D25-B54C-84BA04FCD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10">
              <a:extLst>
                <a:ext uri="{FF2B5EF4-FFF2-40B4-BE49-F238E27FC236}">
                  <a16:creationId xmlns:a16="http://schemas.microsoft.com/office/drawing/2014/main" id="{720D9C11-F5C9-41B0-B2F2-EE20BC3D0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11">
              <a:extLst>
                <a:ext uri="{FF2B5EF4-FFF2-40B4-BE49-F238E27FC236}">
                  <a16:creationId xmlns:a16="http://schemas.microsoft.com/office/drawing/2014/main" id="{623A9DA0-857E-4CDE-80EA-F30F1CE5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12">
              <a:extLst>
                <a:ext uri="{FF2B5EF4-FFF2-40B4-BE49-F238E27FC236}">
                  <a16:creationId xmlns:a16="http://schemas.microsoft.com/office/drawing/2014/main" id="{C48B8F4C-2C83-46F6-AFCD-58166AEB18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13">
              <a:extLst>
                <a:ext uri="{FF2B5EF4-FFF2-40B4-BE49-F238E27FC236}">
                  <a16:creationId xmlns:a16="http://schemas.microsoft.com/office/drawing/2014/main" id="{234C3795-C44D-41A7-A8F6-891387A66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14">
              <a:extLst>
                <a:ext uri="{FF2B5EF4-FFF2-40B4-BE49-F238E27FC236}">
                  <a16:creationId xmlns:a16="http://schemas.microsoft.com/office/drawing/2014/main" id="{91CC36F4-5DFA-4954-B354-97B180E98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5">
              <a:extLst>
                <a:ext uri="{FF2B5EF4-FFF2-40B4-BE49-F238E27FC236}">
                  <a16:creationId xmlns:a16="http://schemas.microsoft.com/office/drawing/2014/main" id="{7087A08E-C024-457D-8F99-1F340CED6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16">
              <a:extLst>
                <a:ext uri="{FF2B5EF4-FFF2-40B4-BE49-F238E27FC236}">
                  <a16:creationId xmlns:a16="http://schemas.microsoft.com/office/drawing/2014/main" id="{61CFBC61-7F57-45D7-860E-BF51B0EDA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7">
              <a:extLst>
                <a:ext uri="{FF2B5EF4-FFF2-40B4-BE49-F238E27FC236}">
                  <a16:creationId xmlns:a16="http://schemas.microsoft.com/office/drawing/2014/main" id="{2591C3DB-4880-431E-BC3D-37F1378AC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8">
              <a:extLst>
                <a:ext uri="{FF2B5EF4-FFF2-40B4-BE49-F238E27FC236}">
                  <a16:creationId xmlns:a16="http://schemas.microsoft.com/office/drawing/2014/main" id="{79557EFE-4199-4E24-8A13-1B9CC1715A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9">
              <a:extLst>
                <a:ext uri="{FF2B5EF4-FFF2-40B4-BE49-F238E27FC236}">
                  <a16:creationId xmlns:a16="http://schemas.microsoft.com/office/drawing/2014/main" id="{0B965615-6052-4907-A136-9CAD14604C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20">
              <a:extLst>
                <a:ext uri="{FF2B5EF4-FFF2-40B4-BE49-F238E27FC236}">
                  <a16:creationId xmlns:a16="http://schemas.microsoft.com/office/drawing/2014/main" id="{F788FFC4-205D-47C1-91E7-DD1A52E0A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21">
              <a:extLst>
                <a:ext uri="{FF2B5EF4-FFF2-40B4-BE49-F238E27FC236}">
                  <a16:creationId xmlns:a16="http://schemas.microsoft.com/office/drawing/2014/main" id="{462FADD6-C927-46ED-A6E6-273B35C2F1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22">
              <a:extLst>
                <a:ext uri="{FF2B5EF4-FFF2-40B4-BE49-F238E27FC236}">
                  <a16:creationId xmlns:a16="http://schemas.microsoft.com/office/drawing/2014/main" id="{AF64005E-134D-4444-9425-FB1C188985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23">
              <a:extLst>
                <a:ext uri="{FF2B5EF4-FFF2-40B4-BE49-F238E27FC236}">
                  <a16:creationId xmlns:a16="http://schemas.microsoft.com/office/drawing/2014/main" id="{E2565CA7-A8CB-463D-8D25-4F41235BC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24">
              <a:extLst>
                <a:ext uri="{FF2B5EF4-FFF2-40B4-BE49-F238E27FC236}">
                  <a16:creationId xmlns:a16="http://schemas.microsoft.com/office/drawing/2014/main" id="{41ABBFC0-4EEA-4634-A73B-945729D6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25">
              <a:extLst>
                <a:ext uri="{FF2B5EF4-FFF2-40B4-BE49-F238E27FC236}">
                  <a16:creationId xmlns:a16="http://schemas.microsoft.com/office/drawing/2014/main" id="{E422F11F-726A-4A93-9D1B-B1400B061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BF129BC-EA9E-4D20-898B-399F7727D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CFF42BAE-3249-46C8-9108-A83C87206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87" name="Isosceles Triangle 22">
              <a:extLst>
                <a:ext uri="{FF2B5EF4-FFF2-40B4-BE49-F238E27FC236}">
                  <a16:creationId xmlns:a16="http://schemas.microsoft.com/office/drawing/2014/main" id="{4DDE2BA8-4174-4A99-BB09-0BA28F26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A893933-F7DD-4DA6-85C7-4CFF58741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91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70AC8-B9A6-C912-EC29-2B53A73266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880485" y="841375"/>
            <a:ext cx="6230857" cy="1230570"/>
          </a:xfrm>
        </p:spPr>
        <p:txBody>
          <a:bodyPr vert="horz" lIns="228600" tIns="228600" rIns="228600" bIns="22860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</a:rPr>
              <a:t>Nhiệm vụ 1 - Thiết kế sơ đồ thực thể (ERD Design)</a:t>
            </a: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97C8A-D8BF-8199-125C-488D338F9579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880487" y="2249046"/>
            <a:ext cx="6123783" cy="3802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1600" b="1"/>
              <a:t>Xây dựng "Bản vẽ" hệ thống dữ liệu. </a:t>
            </a:r>
          </a:p>
          <a:p>
            <a:pPr marL="0"/>
            <a:r>
              <a:rPr lang="en-US" sz="1600" b="1"/>
              <a:t>Các thực thể chính (Entities)</a:t>
            </a:r>
            <a:r>
              <a:rPr lang="en-US" sz="1600"/>
              <a:t>: Sản phẩm (Product): Mã SP, tên, giá, số lượng tồn kho. </a:t>
            </a:r>
          </a:p>
          <a:p>
            <a:pPr marL="0"/>
            <a:r>
              <a:rPr lang="en-US" sz="1600" b="1"/>
              <a:t>Danh mục (Category): </a:t>
            </a:r>
            <a:r>
              <a:rPr lang="en-US" sz="1600"/>
              <a:t>Phân loại quần áo, phụ kiện. </a:t>
            </a:r>
          </a:p>
          <a:p>
            <a:pPr marL="0"/>
            <a:r>
              <a:rPr lang="en-US" sz="1600" b="1"/>
              <a:t>Kho hàng (Inventory): </a:t>
            </a:r>
            <a:r>
              <a:rPr lang="en-US" sz="1600"/>
              <a:t>Quản lý nhập/xuất. </a:t>
            </a:r>
          </a:p>
          <a:p>
            <a:pPr marL="0"/>
            <a:r>
              <a:rPr lang="en-US" sz="1600" b="1"/>
              <a:t>Mục tiêu</a:t>
            </a:r>
            <a:r>
              <a:rPr lang="en-US" sz="1600"/>
              <a:t>: Tối ưu hóa cấu trúc dữ liệu, đảm bảo tính nhất quán (Integrity) và tránh dư thừa dữ liệu.</a:t>
            </a:r>
            <a:br>
              <a:rPr lang="en-US" sz="1600"/>
            </a:b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2145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EA06921-3C0C-4126-AF75-9499D4839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45" name="Freeform 5">
              <a:extLst>
                <a:ext uri="{FF2B5EF4-FFF2-40B4-BE49-F238E27FC236}">
                  <a16:creationId xmlns:a16="http://schemas.microsoft.com/office/drawing/2014/main" id="{B8087084-CC7C-4D37-B821-F12CD3D29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A27EF3C6-8AF8-41C0-B4DF-664F24087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46AD5CB4-13ED-4F2B-BA75-CA731F668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8">
              <a:extLst>
                <a:ext uri="{FF2B5EF4-FFF2-40B4-BE49-F238E27FC236}">
                  <a16:creationId xmlns:a16="http://schemas.microsoft.com/office/drawing/2014/main" id="{6C2FD3B8-D702-4F83-BA99-D23921211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9">
              <a:extLst>
                <a:ext uri="{FF2B5EF4-FFF2-40B4-BE49-F238E27FC236}">
                  <a16:creationId xmlns:a16="http://schemas.microsoft.com/office/drawing/2014/main" id="{1AF0D977-DBC6-44B7-93FB-3F76406CF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10">
              <a:extLst>
                <a:ext uri="{FF2B5EF4-FFF2-40B4-BE49-F238E27FC236}">
                  <a16:creationId xmlns:a16="http://schemas.microsoft.com/office/drawing/2014/main" id="{B3ED27DF-D17E-4922-8394-821ED9253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1">
              <a:extLst>
                <a:ext uri="{FF2B5EF4-FFF2-40B4-BE49-F238E27FC236}">
                  <a16:creationId xmlns:a16="http://schemas.microsoft.com/office/drawing/2014/main" id="{800084EB-3C31-445C-8B2E-F43BA7ED3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2">
              <a:extLst>
                <a:ext uri="{FF2B5EF4-FFF2-40B4-BE49-F238E27FC236}">
                  <a16:creationId xmlns:a16="http://schemas.microsoft.com/office/drawing/2014/main" id="{5EE7F4D6-BE2E-41A9-A417-BA1AE4583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3">
              <a:extLst>
                <a:ext uri="{FF2B5EF4-FFF2-40B4-BE49-F238E27FC236}">
                  <a16:creationId xmlns:a16="http://schemas.microsoft.com/office/drawing/2014/main" id="{8805A789-4E10-46CF-A22B-8841C1CDF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4">
              <a:extLst>
                <a:ext uri="{FF2B5EF4-FFF2-40B4-BE49-F238E27FC236}">
                  <a16:creationId xmlns:a16="http://schemas.microsoft.com/office/drawing/2014/main" id="{9BD0D630-7987-48B7-A636-0ED234E22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5">
              <a:extLst>
                <a:ext uri="{FF2B5EF4-FFF2-40B4-BE49-F238E27FC236}">
                  <a16:creationId xmlns:a16="http://schemas.microsoft.com/office/drawing/2014/main" id="{F4E7D46D-851A-4DA9-B24D-19DAE1FCF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16">
              <a:extLst>
                <a:ext uri="{FF2B5EF4-FFF2-40B4-BE49-F238E27FC236}">
                  <a16:creationId xmlns:a16="http://schemas.microsoft.com/office/drawing/2014/main" id="{BA38A754-A53E-469C-B89B-6C7FF9607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17">
              <a:extLst>
                <a:ext uri="{FF2B5EF4-FFF2-40B4-BE49-F238E27FC236}">
                  <a16:creationId xmlns:a16="http://schemas.microsoft.com/office/drawing/2014/main" id="{CAC17457-E557-440A-B5E0-40DFEEC89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8">
              <a:extLst>
                <a:ext uri="{FF2B5EF4-FFF2-40B4-BE49-F238E27FC236}">
                  <a16:creationId xmlns:a16="http://schemas.microsoft.com/office/drawing/2014/main" id="{4D697814-F310-40D2-8E79-93C18810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19">
              <a:extLst>
                <a:ext uri="{FF2B5EF4-FFF2-40B4-BE49-F238E27FC236}">
                  <a16:creationId xmlns:a16="http://schemas.microsoft.com/office/drawing/2014/main" id="{0CA691A3-EEBB-46A7-A973-B1E2DD112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20">
              <a:extLst>
                <a:ext uri="{FF2B5EF4-FFF2-40B4-BE49-F238E27FC236}">
                  <a16:creationId xmlns:a16="http://schemas.microsoft.com/office/drawing/2014/main" id="{B7361B78-110B-4437-8058-4E05A4234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21">
              <a:extLst>
                <a:ext uri="{FF2B5EF4-FFF2-40B4-BE49-F238E27FC236}">
                  <a16:creationId xmlns:a16="http://schemas.microsoft.com/office/drawing/2014/main" id="{97B9FFE1-BC8C-4C55-AE5D-8FDD78001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22">
              <a:extLst>
                <a:ext uri="{FF2B5EF4-FFF2-40B4-BE49-F238E27FC236}">
                  <a16:creationId xmlns:a16="http://schemas.microsoft.com/office/drawing/2014/main" id="{6F87417E-9520-42E0-84D2-0C0225481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23">
              <a:extLst>
                <a:ext uri="{FF2B5EF4-FFF2-40B4-BE49-F238E27FC236}">
                  <a16:creationId xmlns:a16="http://schemas.microsoft.com/office/drawing/2014/main" id="{1235F6B6-5324-426D-84BE-EF96FD430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24">
              <a:extLst>
                <a:ext uri="{FF2B5EF4-FFF2-40B4-BE49-F238E27FC236}">
                  <a16:creationId xmlns:a16="http://schemas.microsoft.com/office/drawing/2014/main" id="{093C61D3-C80D-4599-8280-763868B2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25">
              <a:extLst>
                <a:ext uri="{FF2B5EF4-FFF2-40B4-BE49-F238E27FC236}">
                  <a16:creationId xmlns:a16="http://schemas.microsoft.com/office/drawing/2014/main" id="{D6D942F2-89B9-4755-89D9-436583176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40B6375-7479-45C4-8B99-EA1CF75F3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F7700"/>
            </a:solidFill>
          </a:ln>
          <a:effectLst>
            <a:outerShdw blurRad="762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6C8C8C-09CD-A203-D089-6C094D838DD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512" y="643467"/>
            <a:ext cx="366297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7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9EA06921-3C0C-4126-AF75-9499D4839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8087084-CC7C-4D37-B821-F12CD3D29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A27EF3C6-8AF8-41C0-B4DF-664F24087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7">
              <a:extLst>
                <a:ext uri="{FF2B5EF4-FFF2-40B4-BE49-F238E27FC236}">
                  <a16:creationId xmlns:a16="http://schemas.microsoft.com/office/drawing/2014/main" id="{46AD5CB4-13ED-4F2B-BA75-CA731F668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8">
              <a:extLst>
                <a:ext uri="{FF2B5EF4-FFF2-40B4-BE49-F238E27FC236}">
                  <a16:creationId xmlns:a16="http://schemas.microsoft.com/office/drawing/2014/main" id="{6C2FD3B8-D702-4F83-BA99-D23921211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9">
              <a:extLst>
                <a:ext uri="{FF2B5EF4-FFF2-40B4-BE49-F238E27FC236}">
                  <a16:creationId xmlns:a16="http://schemas.microsoft.com/office/drawing/2014/main" id="{1AF0D977-DBC6-44B7-93FB-3F76406CF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B3ED27DF-D17E-4922-8394-821ED9253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800084EB-3C31-445C-8B2E-F43BA7ED3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5EE7F4D6-BE2E-41A9-A417-BA1AE4583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3">
              <a:extLst>
                <a:ext uri="{FF2B5EF4-FFF2-40B4-BE49-F238E27FC236}">
                  <a16:creationId xmlns:a16="http://schemas.microsoft.com/office/drawing/2014/main" id="{8805A789-4E10-46CF-A22B-8841C1CDF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9BD0D630-7987-48B7-A636-0ED234E22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5">
              <a:extLst>
                <a:ext uri="{FF2B5EF4-FFF2-40B4-BE49-F238E27FC236}">
                  <a16:creationId xmlns:a16="http://schemas.microsoft.com/office/drawing/2014/main" id="{F4E7D46D-851A-4DA9-B24D-19DAE1FCF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16">
              <a:extLst>
                <a:ext uri="{FF2B5EF4-FFF2-40B4-BE49-F238E27FC236}">
                  <a16:creationId xmlns:a16="http://schemas.microsoft.com/office/drawing/2014/main" id="{BA38A754-A53E-469C-B89B-6C7FF9607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17">
              <a:extLst>
                <a:ext uri="{FF2B5EF4-FFF2-40B4-BE49-F238E27FC236}">
                  <a16:creationId xmlns:a16="http://schemas.microsoft.com/office/drawing/2014/main" id="{CAC17457-E557-440A-B5E0-40DFEEC89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4D697814-F310-40D2-8E79-93C18810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0CA691A3-EEBB-46A7-A973-B1E2DD112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20">
              <a:extLst>
                <a:ext uri="{FF2B5EF4-FFF2-40B4-BE49-F238E27FC236}">
                  <a16:creationId xmlns:a16="http://schemas.microsoft.com/office/drawing/2014/main" id="{B7361B78-110B-4437-8058-4E05A4234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1">
              <a:extLst>
                <a:ext uri="{FF2B5EF4-FFF2-40B4-BE49-F238E27FC236}">
                  <a16:creationId xmlns:a16="http://schemas.microsoft.com/office/drawing/2014/main" id="{97B9FFE1-BC8C-4C55-AE5D-8FDD78001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2">
              <a:extLst>
                <a:ext uri="{FF2B5EF4-FFF2-40B4-BE49-F238E27FC236}">
                  <a16:creationId xmlns:a16="http://schemas.microsoft.com/office/drawing/2014/main" id="{6F87417E-9520-42E0-84D2-0C0225481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3">
              <a:extLst>
                <a:ext uri="{FF2B5EF4-FFF2-40B4-BE49-F238E27FC236}">
                  <a16:creationId xmlns:a16="http://schemas.microsoft.com/office/drawing/2014/main" id="{1235F6B6-5324-426D-84BE-EF96FD430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4">
              <a:extLst>
                <a:ext uri="{FF2B5EF4-FFF2-40B4-BE49-F238E27FC236}">
                  <a16:creationId xmlns:a16="http://schemas.microsoft.com/office/drawing/2014/main" id="{093C61D3-C80D-4599-8280-763868B2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5">
              <a:extLst>
                <a:ext uri="{FF2B5EF4-FFF2-40B4-BE49-F238E27FC236}">
                  <a16:creationId xmlns:a16="http://schemas.microsoft.com/office/drawing/2014/main" id="{D6D942F2-89B9-4755-89D9-436583176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C40B6375-7479-45C4-8B99-EA1CF75F3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rgbClr val="FBAC15"/>
            </a:solidFill>
          </a:ln>
          <a:effectLst>
            <a:outerShdw blurRad="762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B4F8F0-FDCC-2BD4-C2FA-32ADB06A9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13" y="643467"/>
            <a:ext cx="1036477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2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982413CC-69E6-4BDA-A88D-E4EF8F95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F1F7357-8633-4CE7-BF80-475EE8A2F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1" name="Freeform 5">
              <a:extLst>
                <a:ext uri="{FF2B5EF4-FFF2-40B4-BE49-F238E27FC236}">
                  <a16:creationId xmlns:a16="http://schemas.microsoft.com/office/drawing/2014/main" id="{E402FE4E-C12D-497C-AF81-F08E4E02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59247B10-170D-4E62-849A-38FCB43C6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89A587A7-1BEF-45AA-9EFC-6558A8749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AC25B5A1-6EF7-44EC-A2F0-1EDC96A79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80B8582C-7E17-4115-9FF1-979C8405C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F6C4AB66-7A18-4E51-935B-237F4CA82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CDF12911-A240-4580-8788-0C49DB1FED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EAE0F5DE-442D-4F6C-B02C-2568ED195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4F24A002-AFDE-4034-85BE-CBF005AE92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36F0721E-B4B0-4A6C-A92C-F8DE92D3A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54D2DC98-69F8-4F2F-9D45-BDFFA5E2B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0A636E33-DC38-40B9-B941-037E5D8603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03D30690-68C2-4AEC-9789-1495D97E1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1020B1B9-821B-49FB-BDC9-57DA08CB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720EDCE4-8B18-413F-989E-E79628E5A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8563351E-0DDD-4FC8-8D0C-1E446E3C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15E8B705-64E7-4513-B3CB-BF46C357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30DAEE1C-EBB5-47F5-9E76-564FCFDBF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EDB255E9-A3E2-4098-99A1-FE38FAD15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D2507F2A-27AF-4833-8273-5FC9A9886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8DFB8904-0CB8-45AD-ABD2-F7A582365E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EB961FB-B617-894C-62A9-0660E1F4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chemeClr val="tx1"/>
                </a:solidFill>
              </a:rPr>
              <a:t>Nhiệm vụ 2 - Triển khai MySQL &amp; XAMPP</a:t>
            </a: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A4C3BE18-DD6A-D65A-4F6B-F192F6FB02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9619622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75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E2366EBA-92FD-44AE-87A9-25E5135E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692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437F5FC-01F7-4EB4-81E7-C27D917E9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3" name="Freeform 5">
              <a:extLst>
                <a:ext uri="{FF2B5EF4-FFF2-40B4-BE49-F238E27FC236}">
                  <a16:creationId xmlns:a16="http://schemas.microsoft.com/office/drawing/2014/main" id="{4B0CFF10-4805-4BFA-961B-1F60DAEB9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6">
              <a:extLst>
                <a:ext uri="{FF2B5EF4-FFF2-40B4-BE49-F238E27FC236}">
                  <a16:creationId xmlns:a16="http://schemas.microsoft.com/office/drawing/2014/main" id="{BE054536-C03E-4857-B4AE-D687A58F9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7">
              <a:extLst>
                <a:ext uri="{FF2B5EF4-FFF2-40B4-BE49-F238E27FC236}">
                  <a16:creationId xmlns:a16="http://schemas.microsoft.com/office/drawing/2014/main" id="{FE33E51C-23D8-43F5-98C4-A2ED2C4C9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8">
              <a:extLst>
                <a:ext uri="{FF2B5EF4-FFF2-40B4-BE49-F238E27FC236}">
                  <a16:creationId xmlns:a16="http://schemas.microsoft.com/office/drawing/2014/main" id="{89E18891-DEB2-4CFD-A907-2868B2A9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9">
              <a:extLst>
                <a:ext uri="{FF2B5EF4-FFF2-40B4-BE49-F238E27FC236}">
                  <a16:creationId xmlns:a16="http://schemas.microsoft.com/office/drawing/2014/main" id="{0002C1BB-DB60-4314-A2FC-203E54D9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0">
              <a:extLst>
                <a:ext uri="{FF2B5EF4-FFF2-40B4-BE49-F238E27FC236}">
                  <a16:creationId xmlns:a16="http://schemas.microsoft.com/office/drawing/2014/main" id="{9B75BDFA-6D78-4FB1-9F21-5280855C49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1">
              <a:extLst>
                <a:ext uri="{FF2B5EF4-FFF2-40B4-BE49-F238E27FC236}">
                  <a16:creationId xmlns:a16="http://schemas.microsoft.com/office/drawing/2014/main" id="{0B632D6B-A327-41AB-BBCF-9A03AD2AB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12">
              <a:extLst>
                <a:ext uri="{FF2B5EF4-FFF2-40B4-BE49-F238E27FC236}">
                  <a16:creationId xmlns:a16="http://schemas.microsoft.com/office/drawing/2014/main" id="{F514BBC5-1736-4813-BECB-5A6B6738E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3">
              <a:extLst>
                <a:ext uri="{FF2B5EF4-FFF2-40B4-BE49-F238E27FC236}">
                  <a16:creationId xmlns:a16="http://schemas.microsoft.com/office/drawing/2014/main" id="{94A2C868-7AEC-4209-BFA3-7185B11D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4">
              <a:extLst>
                <a:ext uri="{FF2B5EF4-FFF2-40B4-BE49-F238E27FC236}">
                  <a16:creationId xmlns:a16="http://schemas.microsoft.com/office/drawing/2014/main" id="{FF56CB70-2B25-4695-ADC8-6092D0D11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15">
              <a:extLst>
                <a:ext uri="{FF2B5EF4-FFF2-40B4-BE49-F238E27FC236}">
                  <a16:creationId xmlns:a16="http://schemas.microsoft.com/office/drawing/2014/main" id="{BA411BEF-2182-4458-B9AF-1634B5C2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16">
              <a:extLst>
                <a:ext uri="{FF2B5EF4-FFF2-40B4-BE49-F238E27FC236}">
                  <a16:creationId xmlns:a16="http://schemas.microsoft.com/office/drawing/2014/main" id="{53F27E63-3F11-4C85-AC72-1EE8508C4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17">
              <a:extLst>
                <a:ext uri="{FF2B5EF4-FFF2-40B4-BE49-F238E27FC236}">
                  <a16:creationId xmlns:a16="http://schemas.microsoft.com/office/drawing/2014/main" id="{68B589BA-F70F-4E0B-94B9-EEB83EDF3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18">
              <a:extLst>
                <a:ext uri="{FF2B5EF4-FFF2-40B4-BE49-F238E27FC236}">
                  <a16:creationId xmlns:a16="http://schemas.microsoft.com/office/drawing/2014/main" id="{9D0B991D-CB0A-415F-8D77-A5565F66F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9">
              <a:extLst>
                <a:ext uri="{FF2B5EF4-FFF2-40B4-BE49-F238E27FC236}">
                  <a16:creationId xmlns:a16="http://schemas.microsoft.com/office/drawing/2014/main" id="{701E99DE-74F0-41D1-BBF4-5A57053BB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20">
              <a:extLst>
                <a:ext uri="{FF2B5EF4-FFF2-40B4-BE49-F238E27FC236}">
                  <a16:creationId xmlns:a16="http://schemas.microsoft.com/office/drawing/2014/main" id="{C02EE40A-8F17-4182-9495-9506463B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bg1">
                  <a:alpha val="35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21">
              <a:extLst>
                <a:ext uri="{FF2B5EF4-FFF2-40B4-BE49-F238E27FC236}">
                  <a16:creationId xmlns:a16="http://schemas.microsoft.com/office/drawing/2014/main" id="{924210CA-0A35-4127-925F-D4084B7DC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22">
              <a:extLst>
                <a:ext uri="{FF2B5EF4-FFF2-40B4-BE49-F238E27FC236}">
                  <a16:creationId xmlns:a16="http://schemas.microsoft.com/office/drawing/2014/main" id="{DC13CEF1-DD2D-474C-B81C-820CEF3D9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23">
              <a:extLst>
                <a:ext uri="{FF2B5EF4-FFF2-40B4-BE49-F238E27FC236}">
                  <a16:creationId xmlns:a16="http://schemas.microsoft.com/office/drawing/2014/main" id="{F889481A-8038-43E6-8EF1-A5F802CED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24">
              <a:extLst>
                <a:ext uri="{FF2B5EF4-FFF2-40B4-BE49-F238E27FC236}">
                  <a16:creationId xmlns:a16="http://schemas.microsoft.com/office/drawing/2014/main" id="{128BD14A-9093-4854-A73A-F666B2ED2D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25">
              <a:extLst>
                <a:ext uri="{FF2B5EF4-FFF2-40B4-BE49-F238E27FC236}">
                  <a16:creationId xmlns:a16="http://schemas.microsoft.com/office/drawing/2014/main" id="{22D884F4-76EC-4371-B903-E79CF191E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bg1">
                  <a:alpha val="3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45" name="Rectangle 144">
            <a:extLst>
              <a:ext uri="{FF2B5EF4-FFF2-40B4-BE49-F238E27FC236}">
                <a16:creationId xmlns:a16="http://schemas.microsoft.com/office/drawing/2014/main" id="{7C462C46-EFB7-4580-9921-DFC346FC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23665" y="0"/>
            <a:ext cx="10268336" cy="68692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8AEEF8-386A-CD5E-4D49-19E726FF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485" y="841375"/>
            <a:ext cx="6230857" cy="1230570"/>
          </a:xfrm>
        </p:spPr>
        <p:txBody>
          <a:bodyPr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</a:rPr>
              <a:t>Nhiệm vụ 3 - Ánh xạ thực thể (Spring Data JPA Mapping)</a:t>
            </a:r>
          </a:p>
        </p:txBody>
      </p:sp>
      <p:sp>
        <p:nvSpPr>
          <p:cNvPr id="147" name="Isosceles Triangle 146">
            <a:extLst>
              <a:ext uri="{FF2B5EF4-FFF2-40B4-BE49-F238E27FC236}">
                <a16:creationId xmlns:a16="http://schemas.microsoft.com/office/drawing/2014/main" id="{B8B918B4-AB10-4E3A-916E-A9625586E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797903" y="954813"/>
            <a:ext cx="300774" cy="2592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15" name="Rectangle 1">
            <a:extLst>
              <a:ext uri="{FF2B5EF4-FFF2-40B4-BE49-F238E27FC236}">
                <a16:creationId xmlns:a16="http://schemas.microsoft.com/office/drawing/2014/main" id="{369E1411-1B0A-9AE8-183F-6422E1DBDB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80487" y="2249046"/>
            <a:ext cx="6123783" cy="380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Kết nối Thế giới Đối tượng (Java) và Thế giới Dữ liệu (SQL).</a:t>
            </a:r>
          </a:p>
          <a:p>
            <a:pPr marL="342900" marR="0" lvl="0" indent="-3429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Kỹ thuật triển khai:</a:t>
            </a:r>
            <a:endParaRPr kumimoji="0" lang="en-US" altLang="en-US" sz="16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Hibernate 6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đi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kèm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Spring Boot 4)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bảng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Annotations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@Entity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@Id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@Table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 panose="020B0604020202020204" pitchFamily="34" charset="-128"/>
              </a:rPr>
              <a:t>@Column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Lợi ích: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Tự động hóa quá trình tạo bảng (Auto-DDL), giúp lập trình viên tập trung vào logic nghiệp vụ thay vì viết lệnh SQL thủ công.</a:t>
            </a:r>
          </a:p>
        </p:txBody>
      </p:sp>
    </p:spTree>
    <p:extLst>
      <p:ext uri="{BB962C8B-B14F-4D97-AF65-F5344CB8AC3E}">
        <p14:creationId xmlns:p14="http://schemas.microsoft.com/office/powerpoint/2010/main" val="215224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roup 231">
            <a:extLst>
              <a:ext uri="{FF2B5EF4-FFF2-40B4-BE49-F238E27FC236}">
                <a16:creationId xmlns:a16="http://schemas.microsoft.com/office/drawing/2014/main" id="{9EA06921-3C0C-4126-AF75-9499D4839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6" name="Freeform 5">
              <a:extLst>
                <a:ext uri="{FF2B5EF4-FFF2-40B4-BE49-F238E27FC236}">
                  <a16:creationId xmlns:a16="http://schemas.microsoft.com/office/drawing/2014/main" id="{B8087084-CC7C-4D37-B821-F12CD3D29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Freeform 6">
              <a:extLst>
                <a:ext uri="{FF2B5EF4-FFF2-40B4-BE49-F238E27FC236}">
                  <a16:creationId xmlns:a16="http://schemas.microsoft.com/office/drawing/2014/main" id="{A27EF3C6-8AF8-41C0-B4DF-664F240872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Freeform 7">
              <a:extLst>
                <a:ext uri="{FF2B5EF4-FFF2-40B4-BE49-F238E27FC236}">
                  <a16:creationId xmlns:a16="http://schemas.microsoft.com/office/drawing/2014/main" id="{46AD5CB4-13ED-4F2B-BA75-CA731F668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Freeform 8">
              <a:extLst>
                <a:ext uri="{FF2B5EF4-FFF2-40B4-BE49-F238E27FC236}">
                  <a16:creationId xmlns:a16="http://schemas.microsoft.com/office/drawing/2014/main" id="{6C2FD3B8-D702-4F83-BA99-D23921211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Freeform 9">
              <a:extLst>
                <a:ext uri="{FF2B5EF4-FFF2-40B4-BE49-F238E27FC236}">
                  <a16:creationId xmlns:a16="http://schemas.microsoft.com/office/drawing/2014/main" id="{1AF0D977-DBC6-44B7-93FB-3F76406CF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Freeform 10">
              <a:extLst>
                <a:ext uri="{FF2B5EF4-FFF2-40B4-BE49-F238E27FC236}">
                  <a16:creationId xmlns:a16="http://schemas.microsoft.com/office/drawing/2014/main" id="{B3ED27DF-D17E-4922-8394-821ED92539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Freeform 11">
              <a:extLst>
                <a:ext uri="{FF2B5EF4-FFF2-40B4-BE49-F238E27FC236}">
                  <a16:creationId xmlns:a16="http://schemas.microsoft.com/office/drawing/2014/main" id="{800084EB-3C31-445C-8B2E-F43BA7ED3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Freeform 12">
              <a:extLst>
                <a:ext uri="{FF2B5EF4-FFF2-40B4-BE49-F238E27FC236}">
                  <a16:creationId xmlns:a16="http://schemas.microsoft.com/office/drawing/2014/main" id="{5EE7F4D6-BE2E-41A9-A417-BA1AE4583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Freeform 13">
              <a:extLst>
                <a:ext uri="{FF2B5EF4-FFF2-40B4-BE49-F238E27FC236}">
                  <a16:creationId xmlns:a16="http://schemas.microsoft.com/office/drawing/2014/main" id="{8805A789-4E10-46CF-A22B-8841C1CDF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Freeform 14">
              <a:extLst>
                <a:ext uri="{FF2B5EF4-FFF2-40B4-BE49-F238E27FC236}">
                  <a16:creationId xmlns:a16="http://schemas.microsoft.com/office/drawing/2014/main" id="{9BD0D630-7987-48B7-A636-0ED234E22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Freeform 15">
              <a:extLst>
                <a:ext uri="{FF2B5EF4-FFF2-40B4-BE49-F238E27FC236}">
                  <a16:creationId xmlns:a16="http://schemas.microsoft.com/office/drawing/2014/main" id="{F4E7D46D-851A-4DA9-B24D-19DAE1FCF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Freeform 16">
              <a:extLst>
                <a:ext uri="{FF2B5EF4-FFF2-40B4-BE49-F238E27FC236}">
                  <a16:creationId xmlns:a16="http://schemas.microsoft.com/office/drawing/2014/main" id="{BA38A754-A53E-469C-B89B-6C7FF9607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Freeform 17">
              <a:extLst>
                <a:ext uri="{FF2B5EF4-FFF2-40B4-BE49-F238E27FC236}">
                  <a16:creationId xmlns:a16="http://schemas.microsoft.com/office/drawing/2014/main" id="{CAC17457-E557-440A-B5E0-40DFEEC89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Freeform 18">
              <a:extLst>
                <a:ext uri="{FF2B5EF4-FFF2-40B4-BE49-F238E27FC236}">
                  <a16:creationId xmlns:a16="http://schemas.microsoft.com/office/drawing/2014/main" id="{4D697814-F310-40D2-8E79-93C188107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Freeform 19">
              <a:extLst>
                <a:ext uri="{FF2B5EF4-FFF2-40B4-BE49-F238E27FC236}">
                  <a16:creationId xmlns:a16="http://schemas.microsoft.com/office/drawing/2014/main" id="{0CA691A3-EEBB-46A7-A973-B1E2DD112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Freeform 20">
              <a:extLst>
                <a:ext uri="{FF2B5EF4-FFF2-40B4-BE49-F238E27FC236}">
                  <a16:creationId xmlns:a16="http://schemas.microsoft.com/office/drawing/2014/main" id="{B7361B78-110B-4437-8058-4E05A4234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Freeform 21">
              <a:extLst>
                <a:ext uri="{FF2B5EF4-FFF2-40B4-BE49-F238E27FC236}">
                  <a16:creationId xmlns:a16="http://schemas.microsoft.com/office/drawing/2014/main" id="{97B9FFE1-BC8C-4C55-AE5D-8FDD78001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Freeform 22">
              <a:extLst>
                <a:ext uri="{FF2B5EF4-FFF2-40B4-BE49-F238E27FC236}">
                  <a16:creationId xmlns:a16="http://schemas.microsoft.com/office/drawing/2014/main" id="{6F87417E-9520-42E0-84D2-0C0225481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Freeform 23">
              <a:extLst>
                <a:ext uri="{FF2B5EF4-FFF2-40B4-BE49-F238E27FC236}">
                  <a16:creationId xmlns:a16="http://schemas.microsoft.com/office/drawing/2014/main" id="{1235F6B6-5324-426D-84BE-EF96FD430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Freeform 24">
              <a:extLst>
                <a:ext uri="{FF2B5EF4-FFF2-40B4-BE49-F238E27FC236}">
                  <a16:creationId xmlns:a16="http://schemas.microsoft.com/office/drawing/2014/main" id="{093C61D3-C80D-4599-8280-763868B24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2" name="Freeform 25">
              <a:extLst>
                <a:ext uri="{FF2B5EF4-FFF2-40B4-BE49-F238E27FC236}">
                  <a16:creationId xmlns:a16="http://schemas.microsoft.com/office/drawing/2014/main" id="{D6D942F2-89B9-4755-89D9-436583176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3" name="Rectangle 252">
            <a:extLst>
              <a:ext uri="{FF2B5EF4-FFF2-40B4-BE49-F238E27FC236}">
                <a16:creationId xmlns:a16="http://schemas.microsoft.com/office/drawing/2014/main" id="{C40B6375-7479-45C4-8B99-EA1CF75F3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bg1">
                <a:lumMod val="65000"/>
              </a:schemeClr>
            </a:solidFill>
          </a:ln>
          <a:effectLst>
            <a:outerShdw blurRad="762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A3D8AF-C9BE-3995-2DEB-49F684D80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87" y="798881"/>
            <a:ext cx="8673427" cy="10489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Mục tiêu kết thúc tuần 2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3ADFB8E-B83A-F2D8-AF44-9BC6F4E335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3485844"/>
              </p:ext>
            </p:extLst>
          </p:nvPr>
        </p:nvGraphicFramePr>
        <p:xfrm>
          <a:off x="807722" y="1990976"/>
          <a:ext cx="10576558" cy="4175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681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tlas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3">
      <a:majorFont>
        <a:latin typeface="Consolas"/>
        <a:ea typeface=""/>
        <a:cs typeface=""/>
      </a:majorFont>
      <a:minorFont>
        <a:latin typeface="Calibri"/>
        <a:ea typeface=""/>
        <a:cs typeface=""/>
      </a:minorFont>
    </a:fontScheme>
    <a:fmtScheme name="Riblet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/>
          </a:solidFill>
          <a:prstDash val="solid"/>
        </a:ln>
        <a:ln w="58420" cap="flat" cmpd="thickThin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27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31750" h="63500" prst="riblet"/>
          </a:sp3d>
        </a:effectStyle>
        <a:effectStyle>
          <a:effectLst>
            <a:outerShdw blurRad="50800" dist="38100" dir="27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l"/>
          </a:scene3d>
          <a:sp3d prstMaterial="flat">
            <a:bevelT w="57150" h="114300" prst="riblet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444</TotalTime>
  <Words>371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 Unicode MS</vt:lpstr>
      <vt:lpstr>ADLaM Display</vt:lpstr>
      <vt:lpstr>Arial</vt:lpstr>
      <vt:lpstr>Calibri</vt:lpstr>
      <vt:lpstr>Consolas</vt:lpstr>
      <vt:lpstr>Wingdings</vt:lpstr>
      <vt:lpstr>Atlas</vt:lpstr>
      <vt:lpstr>Thiết kế và xây dựng hệ thống lưu trữ dữ liệu cho dự án SmartFashion ERP</vt:lpstr>
      <vt:lpstr>Nhiệm vụ 1 - Thiết kế sơ đồ thực thể (ERD Design)</vt:lpstr>
      <vt:lpstr>PowerPoint Presentation</vt:lpstr>
      <vt:lpstr>PowerPoint Presentation</vt:lpstr>
      <vt:lpstr>Nhiệm vụ 2 - Triển khai MySQL &amp; XAMPP</vt:lpstr>
      <vt:lpstr>Nhiệm vụ 3 - Ánh xạ thực thể (Spring Data JPA Mapping)</vt:lpstr>
      <vt:lpstr>Mục tiêu kết thúc tuần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Sok Kim</dc:creator>
  <cp:lastModifiedBy>Thanh Sok Kim</cp:lastModifiedBy>
  <cp:revision>18</cp:revision>
  <dcterms:created xsi:type="dcterms:W3CDTF">2026-01-26T02:44:46Z</dcterms:created>
  <dcterms:modified xsi:type="dcterms:W3CDTF">2026-01-28T11:38:57Z</dcterms:modified>
</cp:coreProperties>
</file>