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3" r:id="rId4"/>
    <p:sldId id="259" r:id="rId5"/>
    <p:sldId id="264" r:id="rId6"/>
    <p:sldId id="262" r:id="rId7"/>
    <p:sldId id="266" r:id="rId8"/>
    <p:sldId id="260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8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FA44C66-ECF7-41B9-8D03-F0380419DCF1}" type="doc">
      <dgm:prSet loTypeId="urn:microsoft.com/office/officeart/2005/8/layout/vProcess5" loCatId="process" qsTypeId="urn:microsoft.com/office/officeart/2005/8/quickstyle/simple2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55DE810-089F-487A-81CE-C750848EF8D2}">
      <dgm:prSet/>
      <dgm:spPr/>
      <dgm:t>
        <a:bodyPr/>
        <a:lstStyle/>
        <a:p>
          <a:r>
            <a:rPr lang="en-US" b="1"/>
            <a:t>Nội dung chính:</a:t>
          </a:r>
          <a:endParaRPr lang="en-US"/>
        </a:p>
      </dgm:t>
    </dgm:pt>
    <dgm:pt modelId="{35D5572A-EB77-463F-96DE-0D31583D9A69}" type="parTrans" cxnId="{1C338701-0901-4B87-9BB9-8CA0CE64457C}">
      <dgm:prSet/>
      <dgm:spPr/>
      <dgm:t>
        <a:bodyPr/>
        <a:lstStyle/>
        <a:p>
          <a:endParaRPr lang="en-US"/>
        </a:p>
      </dgm:t>
    </dgm:pt>
    <dgm:pt modelId="{D8753061-445C-432C-97D8-5EC8429EAF4F}" type="sibTrans" cxnId="{1C338701-0901-4B87-9BB9-8CA0CE64457C}">
      <dgm:prSet/>
      <dgm:spPr/>
      <dgm:t>
        <a:bodyPr/>
        <a:lstStyle/>
        <a:p>
          <a:endParaRPr lang="en-US"/>
        </a:p>
      </dgm:t>
    </dgm:pt>
    <dgm:pt modelId="{D2F1E4A8-892E-447F-8160-64196E277D1D}">
      <dgm:prSet/>
      <dgm:spPr/>
      <dgm:t>
        <a:bodyPr/>
        <a:lstStyle/>
        <a:p>
          <a:r>
            <a:rPr lang="en-US"/>
            <a:t>Thiết kế ERD chuẩn hóa cho ngành thời trang truyền thống.</a:t>
          </a:r>
        </a:p>
      </dgm:t>
    </dgm:pt>
    <dgm:pt modelId="{F94B716C-DEF4-4619-A6E6-83C0CF5EDF5F}" type="parTrans" cxnId="{9EC72C8D-D529-47D8-BC68-129C4C1C4FD8}">
      <dgm:prSet/>
      <dgm:spPr/>
      <dgm:t>
        <a:bodyPr/>
        <a:lstStyle/>
        <a:p>
          <a:endParaRPr lang="en-US"/>
        </a:p>
      </dgm:t>
    </dgm:pt>
    <dgm:pt modelId="{252321A4-CF40-4656-9F77-66D61DA09189}" type="sibTrans" cxnId="{9EC72C8D-D529-47D8-BC68-129C4C1C4FD8}">
      <dgm:prSet/>
      <dgm:spPr/>
      <dgm:t>
        <a:bodyPr/>
        <a:lstStyle/>
        <a:p>
          <a:endParaRPr lang="en-US"/>
        </a:p>
      </dgm:t>
    </dgm:pt>
    <dgm:pt modelId="{DAB61C04-7F81-4B6F-8E17-3249A1064422}">
      <dgm:prSet/>
      <dgm:spPr/>
      <dgm:t>
        <a:bodyPr/>
        <a:lstStyle/>
        <a:p>
          <a:r>
            <a:rPr lang="en-US"/>
            <a:t>Thiết lập chiến lược </a:t>
          </a:r>
          <a:r>
            <a:rPr lang="en-US" b="1"/>
            <a:t>Offline-First</a:t>
          </a:r>
          <a:r>
            <a:rPr lang="en-US"/>
            <a:t> với định danh </a:t>
          </a:r>
          <a:r>
            <a:rPr lang="en-US" b="1"/>
            <a:t>UUID</a:t>
          </a:r>
          <a:r>
            <a:rPr lang="en-US"/>
            <a:t>.</a:t>
          </a:r>
        </a:p>
      </dgm:t>
    </dgm:pt>
    <dgm:pt modelId="{5D03B64F-82A4-4E6B-B372-F8C5EFD9D528}" type="parTrans" cxnId="{DD26C120-F931-4E4A-A87B-0FF370A13DE1}">
      <dgm:prSet/>
      <dgm:spPr/>
      <dgm:t>
        <a:bodyPr/>
        <a:lstStyle/>
        <a:p>
          <a:endParaRPr lang="en-US"/>
        </a:p>
      </dgm:t>
    </dgm:pt>
    <dgm:pt modelId="{53BBECB3-D1FC-4D8E-BC43-D6949611D070}" type="sibTrans" cxnId="{DD26C120-F931-4E4A-A87B-0FF370A13DE1}">
      <dgm:prSet/>
      <dgm:spPr/>
      <dgm:t>
        <a:bodyPr/>
        <a:lstStyle/>
        <a:p>
          <a:endParaRPr lang="en-US"/>
        </a:p>
      </dgm:t>
    </dgm:pt>
    <dgm:pt modelId="{B84F4D40-17AE-4B22-A321-5065BBD6F2C8}">
      <dgm:prSet/>
      <dgm:spPr/>
      <dgm:t>
        <a:bodyPr/>
        <a:lstStyle/>
        <a:p>
          <a:r>
            <a:rPr lang="en-US"/>
            <a:t>Cấu hình tầng Persistence với </a:t>
          </a:r>
          <a:r>
            <a:rPr lang="en-US" b="1"/>
            <a:t>Spring Data JPA &amp; Hibernate 6</a:t>
          </a:r>
          <a:r>
            <a:rPr lang="en-US"/>
            <a:t>.</a:t>
          </a:r>
        </a:p>
      </dgm:t>
    </dgm:pt>
    <dgm:pt modelId="{5B124036-A7EC-4848-AF12-DFC049898530}" type="parTrans" cxnId="{0FC8BDC9-FAE0-4444-B370-61D59C84B490}">
      <dgm:prSet/>
      <dgm:spPr/>
      <dgm:t>
        <a:bodyPr/>
        <a:lstStyle/>
        <a:p>
          <a:endParaRPr lang="en-US"/>
        </a:p>
      </dgm:t>
    </dgm:pt>
    <dgm:pt modelId="{6D655F83-9100-4435-86CE-101E23F2A6C9}" type="sibTrans" cxnId="{0FC8BDC9-FAE0-4444-B370-61D59C84B490}">
      <dgm:prSet/>
      <dgm:spPr/>
      <dgm:t>
        <a:bodyPr/>
        <a:lstStyle/>
        <a:p>
          <a:endParaRPr lang="en-US"/>
        </a:p>
      </dgm:t>
    </dgm:pt>
    <dgm:pt modelId="{23B61D28-8EA1-4F5E-B5F9-B89D604EA4E9}" type="pres">
      <dgm:prSet presAssocID="{4FA44C66-ECF7-41B9-8D03-F0380419DCF1}" presName="outerComposite" presStyleCnt="0">
        <dgm:presLayoutVars>
          <dgm:chMax val="5"/>
          <dgm:dir/>
          <dgm:resizeHandles val="exact"/>
        </dgm:presLayoutVars>
      </dgm:prSet>
      <dgm:spPr/>
    </dgm:pt>
    <dgm:pt modelId="{CE3218C0-F79C-455F-B8FB-FB966BF5ECBE}" type="pres">
      <dgm:prSet presAssocID="{4FA44C66-ECF7-41B9-8D03-F0380419DCF1}" presName="dummyMaxCanvas" presStyleCnt="0">
        <dgm:presLayoutVars/>
      </dgm:prSet>
      <dgm:spPr/>
    </dgm:pt>
    <dgm:pt modelId="{D5AC01F5-9F9D-4EAC-830D-52178DDB598A}" type="pres">
      <dgm:prSet presAssocID="{4FA44C66-ECF7-41B9-8D03-F0380419DCF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1C338701-0901-4B87-9BB9-8CA0CE64457C}" srcId="{4FA44C66-ECF7-41B9-8D03-F0380419DCF1}" destId="{955DE810-089F-487A-81CE-C750848EF8D2}" srcOrd="0" destOrd="0" parTransId="{35D5572A-EB77-463F-96DE-0D31583D9A69}" sibTransId="{D8753061-445C-432C-97D8-5EC8429EAF4F}"/>
    <dgm:cxn modelId="{DD26C120-F931-4E4A-A87B-0FF370A13DE1}" srcId="{955DE810-089F-487A-81CE-C750848EF8D2}" destId="{DAB61C04-7F81-4B6F-8E17-3249A1064422}" srcOrd="1" destOrd="0" parTransId="{5D03B64F-82A4-4E6B-B372-F8C5EFD9D528}" sibTransId="{53BBECB3-D1FC-4D8E-BC43-D6949611D070}"/>
    <dgm:cxn modelId="{53B42922-4B03-41D8-83FB-F62A83E86F6E}" type="presOf" srcId="{4FA44C66-ECF7-41B9-8D03-F0380419DCF1}" destId="{23B61D28-8EA1-4F5E-B5F9-B89D604EA4E9}" srcOrd="0" destOrd="0" presId="urn:microsoft.com/office/officeart/2005/8/layout/vProcess5"/>
    <dgm:cxn modelId="{19B9DF25-959B-428A-B5D3-DE45B0378B6C}" type="presOf" srcId="{955DE810-089F-487A-81CE-C750848EF8D2}" destId="{D5AC01F5-9F9D-4EAC-830D-52178DDB598A}" srcOrd="0" destOrd="0" presId="urn:microsoft.com/office/officeart/2005/8/layout/vProcess5"/>
    <dgm:cxn modelId="{FF497E6E-3C2C-404A-A3AC-30EBF3BD88F8}" type="presOf" srcId="{D2F1E4A8-892E-447F-8160-64196E277D1D}" destId="{D5AC01F5-9F9D-4EAC-830D-52178DDB598A}" srcOrd="0" destOrd="1" presId="urn:microsoft.com/office/officeart/2005/8/layout/vProcess5"/>
    <dgm:cxn modelId="{9EC72C8D-D529-47D8-BC68-129C4C1C4FD8}" srcId="{955DE810-089F-487A-81CE-C750848EF8D2}" destId="{D2F1E4A8-892E-447F-8160-64196E277D1D}" srcOrd="0" destOrd="0" parTransId="{F94B716C-DEF4-4619-A6E6-83C0CF5EDF5F}" sibTransId="{252321A4-CF40-4656-9F77-66D61DA09189}"/>
    <dgm:cxn modelId="{EA9500C3-AD01-40D5-A17E-115F0E124B0C}" type="presOf" srcId="{DAB61C04-7F81-4B6F-8E17-3249A1064422}" destId="{D5AC01F5-9F9D-4EAC-830D-52178DDB598A}" srcOrd="0" destOrd="2" presId="urn:microsoft.com/office/officeart/2005/8/layout/vProcess5"/>
    <dgm:cxn modelId="{95F0F8C7-ABA1-4CE2-8765-C8718E82FF0A}" type="presOf" srcId="{B84F4D40-17AE-4B22-A321-5065BBD6F2C8}" destId="{D5AC01F5-9F9D-4EAC-830D-52178DDB598A}" srcOrd="0" destOrd="3" presId="urn:microsoft.com/office/officeart/2005/8/layout/vProcess5"/>
    <dgm:cxn modelId="{0FC8BDC9-FAE0-4444-B370-61D59C84B490}" srcId="{955DE810-089F-487A-81CE-C750848EF8D2}" destId="{B84F4D40-17AE-4B22-A321-5065BBD6F2C8}" srcOrd="2" destOrd="0" parTransId="{5B124036-A7EC-4848-AF12-DFC049898530}" sibTransId="{6D655F83-9100-4435-86CE-101E23F2A6C9}"/>
    <dgm:cxn modelId="{91A5ECB3-96AE-4722-AB71-55A47A34E435}" type="presParOf" srcId="{23B61D28-8EA1-4F5E-B5F9-B89D604EA4E9}" destId="{CE3218C0-F79C-455F-B8FB-FB966BF5ECBE}" srcOrd="0" destOrd="0" presId="urn:microsoft.com/office/officeart/2005/8/layout/vProcess5"/>
    <dgm:cxn modelId="{690C47E5-AA79-4E17-ADFE-359449B01EE4}" type="presParOf" srcId="{23B61D28-8EA1-4F5E-B5F9-B89D604EA4E9}" destId="{D5AC01F5-9F9D-4EAC-830D-52178DDB598A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B578E40-0C82-41FB-9197-4DCAB87C7B78}" type="doc">
      <dgm:prSet loTypeId="urn:microsoft.com/office/officeart/2016/7/layout/VerticalSolidActionList" loCatId="List" qsTypeId="urn:microsoft.com/office/officeart/2005/8/quickstyle/simple2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84EED34-D103-4FD7-840A-E0727EF36EEF}">
      <dgm:prSet/>
      <dgm:spPr/>
      <dgm:t>
        <a:bodyPr/>
        <a:lstStyle/>
        <a:p>
          <a:r>
            <a:rPr lang="en-US" b="1" i="0" baseline="0"/>
            <a:t>Thực thể chính:</a:t>
          </a:r>
          <a:endParaRPr lang="en-US"/>
        </a:p>
      </dgm:t>
    </dgm:pt>
    <dgm:pt modelId="{EFA7A83F-FC8A-41DA-B32D-98A05E9EBEEC}" type="parTrans" cxnId="{731D76C8-BDBD-4791-9BB9-DCC7170A4BD0}">
      <dgm:prSet/>
      <dgm:spPr/>
      <dgm:t>
        <a:bodyPr/>
        <a:lstStyle/>
        <a:p>
          <a:endParaRPr lang="en-US"/>
        </a:p>
      </dgm:t>
    </dgm:pt>
    <dgm:pt modelId="{4CFF4B41-FB6E-46C6-B16F-E2A63E877527}" type="sibTrans" cxnId="{731D76C8-BDBD-4791-9BB9-DCC7170A4BD0}">
      <dgm:prSet/>
      <dgm:spPr/>
      <dgm:t>
        <a:bodyPr/>
        <a:lstStyle/>
        <a:p>
          <a:endParaRPr lang="en-US"/>
        </a:p>
      </dgm:t>
    </dgm:pt>
    <dgm:pt modelId="{8C297699-11D7-4610-B64A-4448FCE4FE38}">
      <dgm:prSet/>
      <dgm:spPr/>
      <dgm:t>
        <a:bodyPr/>
        <a:lstStyle/>
        <a:p>
          <a:r>
            <a:rPr lang="en-US" b="1" i="0" baseline="0"/>
            <a:t>Product:</a:t>
          </a:r>
          <a:r>
            <a:rPr lang="en-US" b="0" i="0" baseline="0"/>
            <a:t> Lưu thông tin gốc.</a:t>
          </a:r>
          <a:endParaRPr lang="en-US"/>
        </a:p>
      </dgm:t>
    </dgm:pt>
    <dgm:pt modelId="{AC836755-26B3-456B-AC93-8A8735424336}" type="parTrans" cxnId="{72C11A82-36D6-45DC-B662-DD6255E04258}">
      <dgm:prSet/>
      <dgm:spPr/>
      <dgm:t>
        <a:bodyPr/>
        <a:lstStyle/>
        <a:p>
          <a:endParaRPr lang="en-US"/>
        </a:p>
      </dgm:t>
    </dgm:pt>
    <dgm:pt modelId="{8977A701-6205-4908-869F-31D7784852CD}" type="sibTrans" cxnId="{72C11A82-36D6-45DC-B662-DD6255E04258}">
      <dgm:prSet/>
      <dgm:spPr/>
      <dgm:t>
        <a:bodyPr/>
        <a:lstStyle/>
        <a:p>
          <a:endParaRPr lang="en-US"/>
        </a:p>
      </dgm:t>
    </dgm:pt>
    <dgm:pt modelId="{790666F0-399E-4487-976D-2347F32E5C45}">
      <dgm:prSet/>
      <dgm:spPr/>
      <dgm:t>
        <a:bodyPr/>
        <a:lstStyle/>
        <a:p>
          <a:r>
            <a:rPr lang="en-US" b="1" i="0" baseline="0"/>
            <a:t>Product_Variant:</a:t>
          </a:r>
          <a:r>
            <a:rPr lang="en-US" b="0" i="0" baseline="0"/>
            <a:t> Lưu sự kết hợp giữa Size (S-8X), Chất liệu (Gấm, Lụa) và Hoa văn.</a:t>
          </a:r>
          <a:endParaRPr lang="en-US"/>
        </a:p>
      </dgm:t>
    </dgm:pt>
    <dgm:pt modelId="{8575C059-8E66-40B9-86A4-83ADAE172EB6}" type="parTrans" cxnId="{E423E269-C788-4C06-8319-FD60D126253C}">
      <dgm:prSet/>
      <dgm:spPr/>
      <dgm:t>
        <a:bodyPr/>
        <a:lstStyle/>
        <a:p>
          <a:endParaRPr lang="en-US"/>
        </a:p>
      </dgm:t>
    </dgm:pt>
    <dgm:pt modelId="{0FD2DB4D-4B7A-474A-B064-6A9CCE0FFE75}" type="sibTrans" cxnId="{E423E269-C788-4C06-8319-FD60D126253C}">
      <dgm:prSet/>
      <dgm:spPr/>
      <dgm:t>
        <a:bodyPr/>
        <a:lstStyle/>
        <a:p>
          <a:endParaRPr lang="en-US"/>
        </a:p>
      </dgm:t>
    </dgm:pt>
    <dgm:pt modelId="{EC347748-E60F-4DF6-B071-58BAF4F60649}">
      <dgm:prSet/>
      <dgm:spPr/>
      <dgm:t>
        <a:bodyPr/>
        <a:lstStyle/>
        <a:p>
          <a:r>
            <a:rPr lang="en-US" b="1" i="0" baseline="0"/>
            <a:t>Kỹ thuật đặc biệt:</a:t>
          </a:r>
          <a:endParaRPr lang="en-US"/>
        </a:p>
      </dgm:t>
    </dgm:pt>
    <dgm:pt modelId="{E2A30EB6-946A-4C01-82D9-C6376C06B1EF}" type="parTrans" cxnId="{15330F55-E01A-430B-993D-F44A373F43C9}">
      <dgm:prSet/>
      <dgm:spPr/>
      <dgm:t>
        <a:bodyPr/>
        <a:lstStyle/>
        <a:p>
          <a:endParaRPr lang="en-US"/>
        </a:p>
      </dgm:t>
    </dgm:pt>
    <dgm:pt modelId="{88B5EA71-1790-4C77-B8D5-1D92CB101F88}" type="sibTrans" cxnId="{15330F55-E01A-430B-993D-F44A373F43C9}">
      <dgm:prSet/>
      <dgm:spPr/>
      <dgm:t>
        <a:bodyPr/>
        <a:lstStyle/>
        <a:p>
          <a:endParaRPr lang="en-US"/>
        </a:p>
      </dgm:t>
    </dgm:pt>
    <dgm:pt modelId="{7DF9D67E-8D54-4F38-85B6-6876DF8A554D}">
      <dgm:prSet/>
      <dgm:spPr/>
      <dgm:t>
        <a:bodyPr/>
        <a:lstStyle/>
        <a:p>
          <a:r>
            <a:rPr lang="en-US" b="0" i="0" baseline="0"/>
            <a:t>Sử dụng </a:t>
          </a:r>
          <a:r>
            <a:rPr lang="en-US" b="1" i="0" baseline="0"/>
            <a:t>UUID</a:t>
          </a:r>
          <a:r>
            <a:rPr lang="en-US" b="0" i="0" baseline="0"/>
            <a:t> làm Khóa chính (Primary Key) để tránh xung đột khi đồng bộ dữ liệu.</a:t>
          </a:r>
          <a:endParaRPr lang="en-US"/>
        </a:p>
      </dgm:t>
    </dgm:pt>
    <dgm:pt modelId="{A431DE13-7554-4624-9F28-B7C3638DF701}" type="parTrans" cxnId="{8EC65265-F979-4B12-A2CA-662B924BCBDE}">
      <dgm:prSet/>
      <dgm:spPr/>
      <dgm:t>
        <a:bodyPr/>
        <a:lstStyle/>
        <a:p>
          <a:endParaRPr lang="en-US"/>
        </a:p>
      </dgm:t>
    </dgm:pt>
    <dgm:pt modelId="{9B714565-A946-4A8F-95C4-2FD041AF4BB0}" type="sibTrans" cxnId="{8EC65265-F979-4B12-A2CA-662B924BCBDE}">
      <dgm:prSet/>
      <dgm:spPr/>
      <dgm:t>
        <a:bodyPr/>
        <a:lstStyle/>
        <a:p>
          <a:endParaRPr lang="en-US"/>
        </a:p>
      </dgm:t>
    </dgm:pt>
    <dgm:pt modelId="{2C6A4115-E90A-4D5F-8EF7-03AB97A94BBF}">
      <dgm:prSet/>
      <dgm:spPr/>
      <dgm:t>
        <a:bodyPr/>
        <a:lstStyle/>
        <a:p>
          <a:r>
            <a:rPr lang="en-US" b="0" i="0" baseline="0"/>
            <a:t>Trường </a:t>
          </a:r>
          <a:r>
            <a:rPr lang="en-US" b="1" i="0" baseline="0"/>
            <a:t>Version</a:t>
          </a:r>
          <a:r>
            <a:rPr lang="en-US" b="0" i="0" baseline="0"/>
            <a:t> để xử lý tranh chấp dữ liệu (Optimistic Locking).</a:t>
          </a:r>
          <a:endParaRPr lang="en-US"/>
        </a:p>
      </dgm:t>
    </dgm:pt>
    <dgm:pt modelId="{B187E7D1-8C44-4746-9AE9-CAF54B343266}" type="parTrans" cxnId="{7E5460A1-3A8D-4272-9668-12E54B5F5E1C}">
      <dgm:prSet/>
      <dgm:spPr/>
      <dgm:t>
        <a:bodyPr/>
        <a:lstStyle/>
        <a:p>
          <a:endParaRPr lang="en-US"/>
        </a:p>
      </dgm:t>
    </dgm:pt>
    <dgm:pt modelId="{911FA1D9-70B9-404E-A201-E770D95A3ED4}" type="sibTrans" cxnId="{7E5460A1-3A8D-4272-9668-12E54B5F5E1C}">
      <dgm:prSet/>
      <dgm:spPr/>
      <dgm:t>
        <a:bodyPr/>
        <a:lstStyle/>
        <a:p>
          <a:endParaRPr lang="en-US"/>
        </a:p>
      </dgm:t>
    </dgm:pt>
    <dgm:pt modelId="{4C4E7EA2-BE62-41CF-9403-644389B3CA5A}" type="pres">
      <dgm:prSet presAssocID="{4B578E40-0C82-41FB-9197-4DCAB87C7B78}" presName="Name0" presStyleCnt="0">
        <dgm:presLayoutVars>
          <dgm:dir/>
          <dgm:animLvl val="lvl"/>
          <dgm:resizeHandles val="exact"/>
        </dgm:presLayoutVars>
      </dgm:prSet>
      <dgm:spPr/>
    </dgm:pt>
    <dgm:pt modelId="{76247ADA-1D88-4A6D-BA6E-6280033CB5B7}" type="pres">
      <dgm:prSet presAssocID="{F84EED34-D103-4FD7-840A-E0727EF36EEF}" presName="linNode" presStyleCnt="0"/>
      <dgm:spPr/>
    </dgm:pt>
    <dgm:pt modelId="{63A4F765-93F0-449F-8450-2E1CC26626FF}" type="pres">
      <dgm:prSet presAssocID="{F84EED34-D103-4FD7-840A-E0727EF36EEF}" presName="parentText" presStyleLbl="alignNode1" presStyleIdx="0" presStyleCnt="2">
        <dgm:presLayoutVars>
          <dgm:chMax val="1"/>
          <dgm:bulletEnabled/>
        </dgm:presLayoutVars>
      </dgm:prSet>
      <dgm:spPr/>
    </dgm:pt>
    <dgm:pt modelId="{985DB8C5-4CCD-4220-AF64-7E4A81948EEA}" type="pres">
      <dgm:prSet presAssocID="{F84EED34-D103-4FD7-840A-E0727EF36EEF}" presName="descendantText" presStyleLbl="alignAccFollowNode1" presStyleIdx="0" presStyleCnt="2">
        <dgm:presLayoutVars>
          <dgm:bulletEnabled/>
        </dgm:presLayoutVars>
      </dgm:prSet>
      <dgm:spPr/>
    </dgm:pt>
    <dgm:pt modelId="{727571A1-F8C3-4E17-A997-4015CE97D1B4}" type="pres">
      <dgm:prSet presAssocID="{4CFF4B41-FB6E-46C6-B16F-E2A63E877527}" presName="sp" presStyleCnt="0"/>
      <dgm:spPr/>
    </dgm:pt>
    <dgm:pt modelId="{8DE7A93E-1146-4329-B78A-D95DDAC5B0CD}" type="pres">
      <dgm:prSet presAssocID="{EC347748-E60F-4DF6-B071-58BAF4F60649}" presName="linNode" presStyleCnt="0"/>
      <dgm:spPr/>
    </dgm:pt>
    <dgm:pt modelId="{86380936-C1A7-4F03-B6DF-2F7C1F1E81F8}" type="pres">
      <dgm:prSet presAssocID="{EC347748-E60F-4DF6-B071-58BAF4F60649}" presName="parentText" presStyleLbl="alignNode1" presStyleIdx="1" presStyleCnt="2">
        <dgm:presLayoutVars>
          <dgm:chMax val="1"/>
          <dgm:bulletEnabled/>
        </dgm:presLayoutVars>
      </dgm:prSet>
      <dgm:spPr/>
    </dgm:pt>
    <dgm:pt modelId="{B6E1CAFD-1968-491E-8F5E-EB1A18C335C8}" type="pres">
      <dgm:prSet presAssocID="{EC347748-E60F-4DF6-B071-58BAF4F60649}" presName="descendantText" presStyleLbl="alignAccFollowNode1" presStyleIdx="1" presStyleCnt="2">
        <dgm:presLayoutVars>
          <dgm:bulletEnabled/>
        </dgm:presLayoutVars>
      </dgm:prSet>
      <dgm:spPr/>
    </dgm:pt>
  </dgm:ptLst>
  <dgm:cxnLst>
    <dgm:cxn modelId="{991A6217-CFF0-49EF-B1C3-BC5B626F3B77}" type="presOf" srcId="{8C297699-11D7-4610-B64A-4448FCE4FE38}" destId="{985DB8C5-4CCD-4220-AF64-7E4A81948EEA}" srcOrd="0" destOrd="0" presId="urn:microsoft.com/office/officeart/2016/7/layout/VerticalSolidActionList"/>
    <dgm:cxn modelId="{EAABFE27-A03C-4DB0-A157-734473BD18CC}" type="presOf" srcId="{7DF9D67E-8D54-4F38-85B6-6876DF8A554D}" destId="{B6E1CAFD-1968-491E-8F5E-EB1A18C335C8}" srcOrd="0" destOrd="0" presId="urn:microsoft.com/office/officeart/2016/7/layout/VerticalSolidActionList"/>
    <dgm:cxn modelId="{2F866D3A-7ABF-4A47-BBDB-9E6D5D9487A8}" type="presOf" srcId="{4B578E40-0C82-41FB-9197-4DCAB87C7B78}" destId="{4C4E7EA2-BE62-41CF-9403-644389B3CA5A}" srcOrd="0" destOrd="0" presId="urn:microsoft.com/office/officeart/2016/7/layout/VerticalSolidActionList"/>
    <dgm:cxn modelId="{8EC65265-F979-4B12-A2CA-662B924BCBDE}" srcId="{EC347748-E60F-4DF6-B071-58BAF4F60649}" destId="{7DF9D67E-8D54-4F38-85B6-6876DF8A554D}" srcOrd="0" destOrd="0" parTransId="{A431DE13-7554-4624-9F28-B7C3638DF701}" sibTransId="{9B714565-A946-4A8F-95C4-2FD041AF4BB0}"/>
    <dgm:cxn modelId="{E423E269-C788-4C06-8319-FD60D126253C}" srcId="{F84EED34-D103-4FD7-840A-E0727EF36EEF}" destId="{790666F0-399E-4487-976D-2347F32E5C45}" srcOrd="1" destOrd="0" parTransId="{8575C059-8E66-40B9-86A4-83ADAE172EB6}" sibTransId="{0FD2DB4D-4B7A-474A-B064-6A9CCE0FFE75}"/>
    <dgm:cxn modelId="{15330F55-E01A-430B-993D-F44A373F43C9}" srcId="{4B578E40-0C82-41FB-9197-4DCAB87C7B78}" destId="{EC347748-E60F-4DF6-B071-58BAF4F60649}" srcOrd="1" destOrd="0" parTransId="{E2A30EB6-946A-4C01-82D9-C6376C06B1EF}" sibTransId="{88B5EA71-1790-4C77-B8D5-1D92CB101F88}"/>
    <dgm:cxn modelId="{80DC0779-BEB5-497E-9413-8A960748B9FD}" type="presOf" srcId="{F84EED34-D103-4FD7-840A-E0727EF36EEF}" destId="{63A4F765-93F0-449F-8450-2E1CC26626FF}" srcOrd="0" destOrd="0" presId="urn:microsoft.com/office/officeart/2016/7/layout/VerticalSolidActionList"/>
    <dgm:cxn modelId="{72C11A82-36D6-45DC-B662-DD6255E04258}" srcId="{F84EED34-D103-4FD7-840A-E0727EF36EEF}" destId="{8C297699-11D7-4610-B64A-4448FCE4FE38}" srcOrd="0" destOrd="0" parTransId="{AC836755-26B3-456B-AC93-8A8735424336}" sibTransId="{8977A701-6205-4908-869F-31D7784852CD}"/>
    <dgm:cxn modelId="{F08A578A-5B27-4433-9335-D9B4336927F2}" type="presOf" srcId="{2C6A4115-E90A-4D5F-8EF7-03AB97A94BBF}" destId="{B6E1CAFD-1968-491E-8F5E-EB1A18C335C8}" srcOrd="0" destOrd="1" presId="urn:microsoft.com/office/officeart/2016/7/layout/VerticalSolidActionList"/>
    <dgm:cxn modelId="{7E5460A1-3A8D-4272-9668-12E54B5F5E1C}" srcId="{EC347748-E60F-4DF6-B071-58BAF4F60649}" destId="{2C6A4115-E90A-4D5F-8EF7-03AB97A94BBF}" srcOrd="1" destOrd="0" parTransId="{B187E7D1-8C44-4746-9AE9-CAF54B343266}" sibTransId="{911FA1D9-70B9-404E-A201-E770D95A3ED4}"/>
    <dgm:cxn modelId="{40E670C0-BD6C-4F83-8286-AF1CF8E9A699}" type="presOf" srcId="{EC347748-E60F-4DF6-B071-58BAF4F60649}" destId="{86380936-C1A7-4F03-B6DF-2F7C1F1E81F8}" srcOrd="0" destOrd="0" presId="urn:microsoft.com/office/officeart/2016/7/layout/VerticalSolidActionList"/>
    <dgm:cxn modelId="{731D76C8-BDBD-4791-9BB9-DCC7170A4BD0}" srcId="{4B578E40-0C82-41FB-9197-4DCAB87C7B78}" destId="{F84EED34-D103-4FD7-840A-E0727EF36EEF}" srcOrd="0" destOrd="0" parTransId="{EFA7A83F-FC8A-41DA-B32D-98A05E9EBEEC}" sibTransId="{4CFF4B41-FB6E-46C6-B16F-E2A63E877527}"/>
    <dgm:cxn modelId="{CD7265CD-365A-4D04-BC19-C7974C8860FD}" type="presOf" srcId="{790666F0-399E-4487-976D-2347F32E5C45}" destId="{985DB8C5-4CCD-4220-AF64-7E4A81948EEA}" srcOrd="0" destOrd="1" presId="urn:microsoft.com/office/officeart/2016/7/layout/VerticalSolidActionList"/>
    <dgm:cxn modelId="{8B2778A2-4E20-4167-99ED-A14E99E9100B}" type="presParOf" srcId="{4C4E7EA2-BE62-41CF-9403-644389B3CA5A}" destId="{76247ADA-1D88-4A6D-BA6E-6280033CB5B7}" srcOrd="0" destOrd="0" presId="urn:microsoft.com/office/officeart/2016/7/layout/VerticalSolidActionList"/>
    <dgm:cxn modelId="{7BE59197-0297-439F-A7C6-439559B47334}" type="presParOf" srcId="{76247ADA-1D88-4A6D-BA6E-6280033CB5B7}" destId="{63A4F765-93F0-449F-8450-2E1CC26626FF}" srcOrd="0" destOrd="0" presId="urn:microsoft.com/office/officeart/2016/7/layout/VerticalSolidActionList"/>
    <dgm:cxn modelId="{FA76C763-2802-45FC-9E0D-2E9251D76B43}" type="presParOf" srcId="{76247ADA-1D88-4A6D-BA6E-6280033CB5B7}" destId="{985DB8C5-4CCD-4220-AF64-7E4A81948EEA}" srcOrd="1" destOrd="0" presId="urn:microsoft.com/office/officeart/2016/7/layout/VerticalSolidActionList"/>
    <dgm:cxn modelId="{32BD491C-E58B-403D-8181-A392D7C4C03F}" type="presParOf" srcId="{4C4E7EA2-BE62-41CF-9403-644389B3CA5A}" destId="{727571A1-F8C3-4E17-A997-4015CE97D1B4}" srcOrd="1" destOrd="0" presId="urn:microsoft.com/office/officeart/2016/7/layout/VerticalSolidActionList"/>
    <dgm:cxn modelId="{F1C4E7F5-7F05-4AA5-9404-DEC3617ED6C8}" type="presParOf" srcId="{4C4E7EA2-BE62-41CF-9403-644389B3CA5A}" destId="{8DE7A93E-1146-4329-B78A-D95DDAC5B0CD}" srcOrd="2" destOrd="0" presId="urn:microsoft.com/office/officeart/2016/7/layout/VerticalSolidActionList"/>
    <dgm:cxn modelId="{CC5446B1-B778-41F9-AC21-8E650C09579D}" type="presParOf" srcId="{8DE7A93E-1146-4329-B78A-D95DDAC5B0CD}" destId="{86380936-C1A7-4F03-B6DF-2F7C1F1E81F8}" srcOrd="0" destOrd="0" presId="urn:microsoft.com/office/officeart/2016/7/layout/VerticalSolidActionList"/>
    <dgm:cxn modelId="{3BB572AA-3F22-4845-8D2A-CE059620D513}" type="presParOf" srcId="{8DE7A93E-1146-4329-B78A-D95DDAC5B0CD}" destId="{B6E1CAFD-1968-491E-8F5E-EB1A18C335C8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61FC71A-DA07-477E-9361-BBBB3A955BB7}" type="doc">
      <dgm:prSet loTypeId="urn:microsoft.com/office/officeart/2008/layout/LinedList" loCatId="list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8C76D33D-C6ED-4073-8908-CE767521501F}">
      <dgm:prSet/>
      <dgm:spPr/>
      <dgm:t>
        <a:bodyPr/>
        <a:lstStyle/>
        <a:p>
          <a:r>
            <a:rPr lang="vi-VN" b="1" dirty="0"/>
            <a:t>Chủ đề:</a:t>
          </a:r>
          <a:endParaRPr lang="en-US" dirty="0"/>
        </a:p>
      </dgm:t>
    </dgm:pt>
    <dgm:pt modelId="{1564B01C-69BB-47F2-A79D-F76EE4350C6C}" type="parTrans" cxnId="{7CE0F261-1723-4BF5-945C-7E4D773E3EC3}">
      <dgm:prSet/>
      <dgm:spPr/>
      <dgm:t>
        <a:bodyPr/>
        <a:lstStyle/>
        <a:p>
          <a:endParaRPr lang="en-US"/>
        </a:p>
      </dgm:t>
    </dgm:pt>
    <dgm:pt modelId="{0845C470-923C-45C7-A754-AF0B94155437}" type="sibTrans" cxnId="{7CE0F261-1723-4BF5-945C-7E4D773E3EC3}">
      <dgm:prSet/>
      <dgm:spPr/>
      <dgm:t>
        <a:bodyPr/>
        <a:lstStyle/>
        <a:p>
          <a:endParaRPr lang="en-US"/>
        </a:p>
      </dgm:t>
    </dgm:pt>
    <dgm:pt modelId="{0F05C9EB-8C81-4B2C-84BA-F54423975569}">
      <dgm:prSet/>
      <dgm:spPr/>
      <dgm:t>
        <a:bodyPr/>
        <a:lstStyle/>
        <a:p>
          <a:r>
            <a:rPr lang="vi-VN" b="1" dirty="0"/>
            <a:t>Phân hệ AI (Computer Vision):</a:t>
          </a:r>
          <a:endParaRPr lang="en-US" dirty="0"/>
        </a:p>
      </dgm:t>
    </dgm:pt>
    <dgm:pt modelId="{1E4F48A0-E63F-4A3D-91D2-CA003E5042C2}" type="parTrans" cxnId="{66A56434-62BB-475E-97A1-CBC89BA7D84B}">
      <dgm:prSet/>
      <dgm:spPr/>
      <dgm:t>
        <a:bodyPr/>
        <a:lstStyle/>
        <a:p>
          <a:endParaRPr lang="en-US"/>
        </a:p>
      </dgm:t>
    </dgm:pt>
    <dgm:pt modelId="{AF6BAC1F-BFAC-46DD-97C1-7CA95871969C}" type="sibTrans" cxnId="{66A56434-62BB-475E-97A1-CBC89BA7D84B}">
      <dgm:prSet/>
      <dgm:spPr/>
      <dgm:t>
        <a:bodyPr/>
        <a:lstStyle/>
        <a:p>
          <a:endParaRPr lang="en-US"/>
        </a:p>
      </dgm:t>
    </dgm:pt>
    <dgm:pt modelId="{CA3A52EF-D4CF-4AC6-ADBE-839F8F2A6FC3}">
      <dgm:prSet/>
      <dgm:spPr/>
      <dgm:t>
        <a:bodyPr/>
        <a:lstStyle/>
        <a:p>
          <a:r>
            <a:rPr lang="vi-VN" b="1" dirty="0"/>
            <a:t>Phân hệ Tailor (Mạng lưới thợ):</a:t>
          </a:r>
          <a:endParaRPr lang="en-US" dirty="0"/>
        </a:p>
      </dgm:t>
    </dgm:pt>
    <dgm:pt modelId="{DC197DC3-3D4D-4C94-A4E1-B18E20EB5E64}" type="parTrans" cxnId="{99F9C152-7D4E-4B3B-A6CA-0CA52B58AA90}">
      <dgm:prSet/>
      <dgm:spPr/>
      <dgm:t>
        <a:bodyPr/>
        <a:lstStyle/>
        <a:p>
          <a:endParaRPr lang="en-US"/>
        </a:p>
      </dgm:t>
    </dgm:pt>
    <dgm:pt modelId="{646EAE6F-61BF-479E-B8A8-BB1E24DDBD50}" type="sibTrans" cxnId="{99F9C152-7D4E-4B3B-A6CA-0CA52B58AA90}">
      <dgm:prSet/>
      <dgm:spPr/>
      <dgm:t>
        <a:bodyPr/>
        <a:lstStyle/>
        <a:p>
          <a:endParaRPr lang="en-US"/>
        </a:p>
      </dgm:t>
    </dgm:pt>
    <dgm:pt modelId="{AD225234-104D-4CD3-B92C-4305FA50AE84}">
      <dgm:prSet/>
      <dgm:spPr/>
      <dgm:t>
        <a:bodyPr/>
        <a:lstStyle/>
        <a:p>
          <a:r>
            <a:rPr lang="vi-VN" b="1" dirty="0"/>
            <a:t>Phân hệ Customer:</a:t>
          </a:r>
          <a:endParaRPr lang="en-US" dirty="0"/>
        </a:p>
      </dgm:t>
    </dgm:pt>
    <dgm:pt modelId="{27DB2EE4-9144-4468-B244-C4BF1C5F8DB3}" type="parTrans" cxnId="{493D6076-28B8-4E71-9D00-E2644B2055B4}">
      <dgm:prSet/>
      <dgm:spPr/>
      <dgm:t>
        <a:bodyPr/>
        <a:lstStyle/>
        <a:p>
          <a:endParaRPr lang="en-US"/>
        </a:p>
      </dgm:t>
    </dgm:pt>
    <dgm:pt modelId="{75AF56B6-6A79-447A-8D2B-EE926A180185}" type="sibTrans" cxnId="{493D6076-28B8-4E71-9D00-E2644B2055B4}">
      <dgm:prSet/>
      <dgm:spPr/>
      <dgm:t>
        <a:bodyPr/>
        <a:lstStyle/>
        <a:p>
          <a:endParaRPr lang="en-US"/>
        </a:p>
      </dgm:t>
    </dgm:pt>
    <dgm:pt modelId="{4911A207-D81B-43A0-B337-3792578F2D9C}">
      <dgm:prSet/>
      <dgm:spPr/>
      <dgm:t>
        <a:bodyPr/>
        <a:lstStyle/>
        <a:p>
          <a:r>
            <a:rPr lang="vi-VN" b="1" dirty="0"/>
            <a:t>Hình ảnh gợi ý:</a:t>
          </a:r>
          <a:endParaRPr lang="en-US" dirty="0"/>
        </a:p>
      </dgm:t>
    </dgm:pt>
    <dgm:pt modelId="{F46D1AFA-B3F7-4572-8CF1-8FEA195EBB5E}" type="parTrans" cxnId="{4BC5D32B-E17E-446E-A2CA-804D9C04D2CB}">
      <dgm:prSet/>
      <dgm:spPr/>
      <dgm:t>
        <a:bodyPr/>
        <a:lstStyle/>
        <a:p>
          <a:endParaRPr lang="en-US"/>
        </a:p>
      </dgm:t>
    </dgm:pt>
    <dgm:pt modelId="{A3E1B1A1-97B7-42B8-95C8-83A96336A992}" type="sibTrans" cxnId="{4BC5D32B-E17E-446E-A2CA-804D9C04D2CB}">
      <dgm:prSet/>
      <dgm:spPr/>
      <dgm:t>
        <a:bodyPr/>
        <a:lstStyle/>
        <a:p>
          <a:endParaRPr lang="en-US"/>
        </a:p>
      </dgm:t>
    </dgm:pt>
    <dgm:pt modelId="{24588273-A1F1-4D9E-912B-10C9780E4EE5}">
      <dgm:prSet/>
      <dgm:spPr/>
      <dgm:t>
        <a:bodyPr/>
        <a:lstStyle/>
        <a:p>
          <a:r>
            <a:rPr lang="vi-VN"/>
            <a:t>Tầm nhìn dài hạn cho 30 tuần phát triển.</a:t>
          </a:r>
          <a:endParaRPr lang="en-US" dirty="0"/>
        </a:p>
      </dgm:t>
    </dgm:pt>
    <dgm:pt modelId="{9227E0DE-2A2E-47F1-9078-EFF123C9AB96}" type="parTrans" cxnId="{BCF40BE6-2DDE-41A6-A1A8-60355435B394}">
      <dgm:prSet/>
      <dgm:spPr/>
      <dgm:t>
        <a:bodyPr/>
        <a:lstStyle/>
        <a:p>
          <a:endParaRPr lang="en-US"/>
        </a:p>
      </dgm:t>
    </dgm:pt>
    <dgm:pt modelId="{F9CE9DA1-11D4-472D-9E6A-94DD0778259B}" type="sibTrans" cxnId="{BCF40BE6-2DDE-41A6-A1A8-60355435B394}">
      <dgm:prSet/>
      <dgm:spPr/>
      <dgm:t>
        <a:bodyPr/>
        <a:lstStyle/>
        <a:p>
          <a:endParaRPr lang="en-US"/>
        </a:p>
      </dgm:t>
    </dgm:pt>
    <dgm:pt modelId="{5E634992-E67C-4719-8697-6039581D62E5}">
      <dgm:prSet/>
      <dgm:spPr/>
      <dgm:t>
        <a:bodyPr/>
        <a:lstStyle/>
        <a:p>
          <a:r>
            <a:rPr lang="vi-VN"/>
            <a:t>Lưu trữ hồ sơ số đo (Body measurements) để tư vấn size tự động.</a:t>
          </a:r>
          <a:endParaRPr lang="en-US" dirty="0"/>
        </a:p>
      </dgm:t>
    </dgm:pt>
    <dgm:pt modelId="{16AF7FE0-84B4-4BEA-BA47-8BB6F782DC88}" type="parTrans" cxnId="{FAB5985E-B339-498C-B626-21BBBB97E149}">
      <dgm:prSet/>
      <dgm:spPr/>
      <dgm:t>
        <a:bodyPr/>
        <a:lstStyle/>
        <a:p>
          <a:endParaRPr lang="en-US"/>
        </a:p>
      </dgm:t>
    </dgm:pt>
    <dgm:pt modelId="{239BF932-F08E-4CC9-9837-A69C42A016A6}" type="sibTrans" cxnId="{FAB5985E-B339-498C-B626-21BBBB97E149}">
      <dgm:prSet/>
      <dgm:spPr/>
      <dgm:t>
        <a:bodyPr/>
        <a:lstStyle/>
        <a:p>
          <a:endParaRPr lang="en-US"/>
        </a:p>
      </dgm:t>
    </dgm:pt>
    <dgm:pt modelId="{4CAC01D6-4384-45FB-97AC-132C922DF9C8}">
      <dgm:prSet/>
      <dgm:spPr/>
      <dgm:t>
        <a:bodyPr/>
        <a:lstStyle/>
        <a:p>
          <a:r>
            <a:rPr lang="vi-VN"/>
            <a:t>Sơ đồ 4 cụm màu: Sản phẩm, Bán hàng, Thợ may và AI System.</a:t>
          </a:r>
          <a:endParaRPr lang="en-US" dirty="0"/>
        </a:p>
      </dgm:t>
    </dgm:pt>
    <dgm:pt modelId="{EC400C45-38E0-4DD2-A849-16BED63E328A}" type="parTrans" cxnId="{51203917-DC33-4A1A-AC7C-96172AA55579}">
      <dgm:prSet/>
      <dgm:spPr/>
      <dgm:t>
        <a:bodyPr/>
        <a:lstStyle/>
        <a:p>
          <a:endParaRPr lang="en-US"/>
        </a:p>
      </dgm:t>
    </dgm:pt>
    <dgm:pt modelId="{E784EDB0-0FDE-4889-AC01-D3ED70854D42}" type="sibTrans" cxnId="{51203917-DC33-4A1A-AC7C-96172AA55579}">
      <dgm:prSet/>
      <dgm:spPr/>
      <dgm:t>
        <a:bodyPr/>
        <a:lstStyle/>
        <a:p>
          <a:endParaRPr lang="en-US"/>
        </a:p>
      </dgm:t>
    </dgm:pt>
    <dgm:pt modelId="{E1A0AB3D-9A64-4EE8-A5B5-99D273711E2E}">
      <dgm:prSet/>
      <dgm:spPr/>
      <dgm:t>
        <a:bodyPr/>
        <a:lstStyle/>
        <a:p>
          <a:r>
            <a:rPr lang="vi-VN"/>
            <a:t>Bảng Product_Image với trường ai_metadata lưu kết quả quét vải từ YOLOv8.</a:t>
          </a:r>
          <a:endParaRPr lang="en-US" dirty="0"/>
        </a:p>
      </dgm:t>
    </dgm:pt>
    <dgm:pt modelId="{655B39D1-1A7D-4301-838B-ACA0C8372DAF}" type="parTrans" cxnId="{77CDF763-A20B-40D9-8DAF-98A4189405F9}">
      <dgm:prSet/>
      <dgm:spPr/>
      <dgm:t>
        <a:bodyPr/>
        <a:lstStyle/>
        <a:p>
          <a:endParaRPr lang="en-US"/>
        </a:p>
      </dgm:t>
    </dgm:pt>
    <dgm:pt modelId="{E3C9D516-D467-4278-B8B9-10F775D6A0F3}" type="sibTrans" cxnId="{77CDF763-A20B-40D9-8DAF-98A4189405F9}">
      <dgm:prSet/>
      <dgm:spPr/>
      <dgm:t>
        <a:bodyPr/>
        <a:lstStyle/>
        <a:p>
          <a:endParaRPr lang="en-US"/>
        </a:p>
      </dgm:t>
    </dgm:pt>
    <dgm:pt modelId="{9E94A79D-F719-457A-9EFA-ABB6C3432EC5}">
      <dgm:prSet/>
      <dgm:spPr/>
      <dgm:t>
        <a:bodyPr/>
        <a:lstStyle/>
        <a:p>
          <a:r>
            <a:rPr lang="vi-VN"/>
            <a:t>Bảng Tailor_Profile kết nối thợ may phi tập trung.</a:t>
          </a:r>
          <a:endParaRPr lang="en-US" dirty="0"/>
        </a:p>
      </dgm:t>
    </dgm:pt>
    <dgm:pt modelId="{32BD8EAB-5B21-4D63-9719-B35472B66343}" type="parTrans" cxnId="{35696587-9C29-4AC3-981F-F237BDD2FC8A}">
      <dgm:prSet/>
      <dgm:spPr/>
      <dgm:t>
        <a:bodyPr/>
        <a:lstStyle/>
        <a:p>
          <a:endParaRPr lang="en-US"/>
        </a:p>
      </dgm:t>
    </dgm:pt>
    <dgm:pt modelId="{CE8B3014-0D91-434F-88A8-69410CAA4BB9}" type="sibTrans" cxnId="{35696587-9C29-4AC3-981F-F237BDD2FC8A}">
      <dgm:prSet/>
      <dgm:spPr/>
      <dgm:t>
        <a:bodyPr/>
        <a:lstStyle/>
        <a:p>
          <a:endParaRPr lang="en-US"/>
        </a:p>
      </dgm:t>
    </dgm:pt>
    <dgm:pt modelId="{35256C2D-1ECD-4098-B647-CA6DAC46B59F}" type="pres">
      <dgm:prSet presAssocID="{B61FC71A-DA07-477E-9361-BBBB3A955BB7}" presName="vert0" presStyleCnt="0">
        <dgm:presLayoutVars>
          <dgm:dir/>
          <dgm:animOne val="branch"/>
          <dgm:animLvl val="lvl"/>
        </dgm:presLayoutVars>
      </dgm:prSet>
      <dgm:spPr/>
    </dgm:pt>
    <dgm:pt modelId="{0D2DC5E5-0A24-4AA0-ADEF-FF4B3F4C7BE5}" type="pres">
      <dgm:prSet presAssocID="{8C76D33D-C6ED-4073-8908-CE767521501F}" presName="thickLine" presStyleLbl="alignNode1" presStyleIdx="0" presStyleCnt="5"/>
      <dgm:spPr/>
    </dgm:pt>
    <dgm:pt modelId="{0B99ADF7-FCC2-4826-9436-EAA2BA6E0E6F}" type="pres">
      <dgm:prSet presAssocID="{8C76D33D-C6ED-4073-8908-CE767521501F}" presName="horz1" presStyleCnt="0"/>
      <dgm:spPr/>
    </dgm:pt>
    <dgm:pt modelId="{66310F97-DA57-487B-B14D-856E21782C14}" type="pres">
      <dgm:prSet presAssocID="{8C76D33D-C6ED-4073-8908-CE767521501F}" presName="tx1" presStyleLbl="revTx" presStyleIdx="0" presStyleCnt="10"/>
      <dgm:spPr/>
    </dgm:pt>
    <dgm:pt modelId="{E997B8A3-F447-4918-8A06-02D34E71722D}" type="pres">
      <dgm:prSet presAssocID="{8C76D33D-C6ED-4073-8908-CE767521501F}" presName="vert1" presStyleCnt="0"/>
      <dgm:spPr/>
    </dgm:pt>
    <dgm:pt modelId="{C42AAF70-8D6B-4A9A-B989-0E34262AC599}" type="pres">
      <dgm:prSet presAssocID="{24588273-A1F1-4D9E-912B-10C9780E4EE5}" presName="vertSpace2a" presStyleCnt="0"/>
      <dgm:spPr/>
    </dgm:pt>
    <dgm:pt modelId="{58BA2722-AC2D-4F73-9F9B-BBA847A74252}" type="pres">
      <dgm:prSet presAssocID="{24588273-A1F1-4D9E-912B-10C9780E4EE5}" presName="horz2" presStyleCnt="0"/>
      <dgm:spPr/>
    </dgm:pt>
    <dgm:pt modelId="{FB52DC78-BBE2-45FD-94CB-97084344BF42}" type="pres">
      <dgm:prSet presAssocID="{24588273-A1F1-4D9E-912B-10C9780E4EE5}" presName="horzSpace2" presStyleCnt="0"/>
      <dgm:spPr/>
    </dgm:pt>
    <dgm:pt modelId="{95A4A4EE-3A68-4515-AF96-B85EC874A542}" type="pres">
      <dgm:prSet presAssocID="{24588273-A1F1-4D9E-912B-10C9780E4EE5}" presName="tx2" presStyleLbl="revTx" presStyleIdx="1" presStyleCnt="10"/>
      <dgm:spPr/>
    </dgm:pt>
    <dgm:pt modelId="{92324391-93F2-4655-BF25-DDB734D6B349}" type="pres">
      <dgm:prSet presAssocID="{24588273-A1F1-4D9E-912B-10C9780E4EE5}" presName="vert2" presStyleCnt="0"/>
      <dgm:spPr/>
    </dgm:pt>
    <dgm:pt modelId="{85A0B77C-B87B-4EA2-884F-A75D87FBE3A6}" type="pres">
      <dgm:prSet presAssocID="{24588273-A1F1-4D9E-912B-10C9780E4EE5}" presName="thinLine2b" presStyleLbl="callout" presStyleIdx="0" presStyleCnt="5"/>
      <dgm:spPr/>
    </dgm:pt>
    <dgm:pt modelId="{2A96508E-758A-4CAB-AB1A-699D95BC4F38}" type="pres">
      <dgm:prSet presAssocID="{24588273-A1F1-4D9E-912B-10C9780E4EE5}" presName="vertSpace2b" presStyleCnt="0"/>
      <dgm:spPr/>
    </dgm:pt>
    <dgm:pt modelId="{8A491938-2849-4D3D-8E0D-F3C5DF89D68B}" type="pres">
      <dgm:prSet presAssocID="{0F05C9EB-8C81-4B2C-84BA-F54423975569}" presName="thickLine" presStyleLbl="alignNode1" presStyleIdx="1" presStyleCnt="5"/>
      <dgm:spPr/>
    </dgm:pt>
    <dgm:pt modelId="{5DBBB43E-7204-4A49-9348-481171A2C588}" type="pres">
      <dgm:prSet presAssocID="{0F05C9EB-8C81-4B2C-84BA-F54423975569}" presName="horz1" presStyleCnt="0"/>
      <dgm:spPr/>
    </dgm:pt>
    <dgm:pt modelId="{A88D82E2-C71A-4768-B55C-09DBF246A339}" type="pres">
      <dgm:prSet presAssocID="{0F05C9EB-8C81-4B2C-84BA-F54423975569}" presName="tx1" presStyleLbl="revTx" presStyleIdx="2" presStyleCnt="10"/>
      <dgm:spPr/>
    </dgm:pt>
    <dgm:pt modelId="{1B6D413F-DA91-4AF1-A969-5C7CB99B6610}" type="pres">
      <dgm:prSet presAssocID="{0F05C9EB-8C81-4B2C-84BA-F54423975569}" presName="vert1" presStyleCnt="0"/>
      <dgm:spPr/>
    </dgm:pt>
    <dgm:pt modelId="{650A7666-25D6-4ADD-8858-6970F9017685}" type="pres">
      <dgm:prSet presAssocID="{E1A0AB3D-9A64-4EE8-A5B5-99D273711E2E}" presName="vertSpace2a" presStyleCnt="0"/>
      <dgm:spPr/>
    </dgm:pt>
    <dgm:pt modelId="{A8DAED5D-0BB3-48A7-9439-53383A908016}" type="pres">
      <dgm:prSet presAssocID="{E1A0AB3D-9A64-4EE8-A5B5-99D273711E2E}" presName="horz2" presStyleCnt="0"/>
      <dgm:spPr/>
    </dgm:pt>
    <dgm:pt modelId="{08F0F419-C029-4E51-BEF5-FD9B7949F4CB}" type="pres">
      <dgm:prSet presAssocID="{E1A0AB3D-9A64-4EE8-A5B5-99D273711E2E}" presName="horzSpace2" presStyleCnt="0"/>
      <dgm:spPr/>
    </dgm:pt>
    <dgm:pt modelId="{E3B20C10-91A8-4C16-9D5A-5C868811AF5A}" type="pres">
      <dgm:prSet presAssocID="{E1A0AB3D-9A64-4EE8-A5B5-99D273711E2E}" presName="tx2" presStyleLbl="revTx" presStyleIdx="3" presStyleCnt="10"/>
      <dgm:spPr/>
    </dgm:pt>
    <dgm:pt modelId="{674102BA-E1A3-426E-BE40-7B4EB53BEBAC}" type="pres">
      <dgm:prSet presAssocID="{E1A0AB3D-9A64-4EE8-A5B5-99D273711E2E}" presName="vert2" presStyleCnt="0"/>
      <dgm:spPr/>
    </dgm:pt>
    <dgm:pt modelId="{EB1A843C-97C0-4B66-9684-24A455FD5147}" type="pres">
      <dgm:prSet presAssocID="{E1A0AB3D-9A64-4EE8-A5B5-99D273711E2E}" presName="thinLine2b" presStyleLbl="callout" presStyleIdx="1" presStyleCnt="5"/>
      <dgm:spPr/>
    </dgm:pt>
    <dgm:pt modelId="{8371C623-3D52-4D27-9487-C3245D38707F}" type="pres">
      <dgm:prSet presAssocID="{E1A0AB3D-9A64-4EE8-A5B5-99D273711E2E}" presName="vertSpace2b" presStyleCnt="0"/>
      <dgm:spPr/>
    </dgm:pt>
    <dgm:pt modelId="{2C0543FD-379E-4CEB-B04A-C3608D972D01}" type="pres">
      <dgm:prSet presAssocID="{CA3A52EF-D4CF-4AC6-ADBE-839F8F2A6FC3}" presName="thickLine" presStyleLbl="alignNode1" presStyleIdx="2" presStyleCnt="5"/>
      <dgm:spPr/>
    </dgm:pt>
    <dgm:pt modelId="{A6FBF3B0-A466-43F4-B30E-9FC0E061A286}" type="pres">
      <dgm:prSet presAssocID="{CA3A52EF-D4CF-4AC6-ADBE-839F8F2A6FC3}" presName="horz1" presStyleCnt="0"/>
      <dgm:spPr/>
    </dgm:pt>
    <dgm:pt modelId="{E048FCE6-52E4-4FCD-A88B-BC56A55EE07A}" type="pres">
      <dgm:prSet presAssocID="{CA3A52EF-D4CF-4AC6-ADBE-839F8F2A6FC3}" presName="tx1" presStyleLbl="revTx" presStyleIdx="4" presStyleCnt="10"/>
      <dgm:spPr/>
    </dgm:pt>
    <dgm:pt modelId="{0456E40B-CAB5-469A-ABCD-A149B2006795}" type="pres">
      <dgm:prSet presAssocID="{CA3A52EF-D4CF-4AC6-ADBE-839F8F2A6FC3}" presName="vert1" presStyleCnt="0"/>
      <dgm:spPr/>
    </dgm:pt>
    <dgm:pt modelId="{9758BD4C-4AA8-4348-9EA7-B53126A4C46A}" type="pres">
      <dgm:prSet presAssocID="{9E94A79D-F719-457A-9EFA-ABB6C3432EC5}" presName="vertSpace2a" presStyleCnt="0"/>
      <dgm:spPr/>
    </dgm:pt>
    <dgm:pt modelId="{B73D40D0-CF12-48B7-A53F-8C24FDF8513F}" type="pres">
      <dgm:prSet presAssocID="{9E94A79D-F719-457A-9EFA-ABB6C3432EC5}" presName="horz2" presStyleCnt="0"/>
      <dgm:spPr/>
    </dgm:pt>
    <dgm:pt modelId="{8E92C993-F0BF-4B0A-8095-80650E18654C}" type="pres">
      <dgm:prSet presAssocID="{9E94A79D-F719-457A-9EFA-ABB6C3432EC5}" presName="horzSpace2" presStyleCnt="0"/>
      <dgm:spPr/>
    </dgm:pt>
    <dgm:pt modelId="{D6A83296-8F64-45D9-9C23-53BEE819B69A}" type="pres">
      <dgm:prSet presAssocID="{9E94A79D-F719-457A-9EFA-ABB6C3432EC5}" presName="tx2" presStyleLbl="revTx" presStyleIdx="5" presStyleCnt="10"/>
      <dgm:spPr/>
    </dgm:pt>
    <dgm:pt modelId="{E2FB51DB-6885-43FE-9D53-871DC83501CE}" type="pres">
      <dgm:prSet presAssocID="{9E94A79D-F719-457A-9EFA-ABB6C3432EC5}" presName="vert2" presStyleCnt="0"/>
      <dgm:spPr/>
    </dgm:pt>
    <dgm:pt modelId="{517DFF7B-47E8-4A7F-AF54-0C742BC3A619}" type="pres">
      <dgm:prSet presAssocID="{9E94A79D-F719-457A-9EFA-ABB6C3432EC5}" presName="thinLine2b" presStyleLbl="callout" presStyleIdx="2" presStyleCnt="5"/>
      <dgm:spPr/>
    </dgm:pt>
    <dgm:pt modelId="{7CD2009B-5419-46E2-B7BA-12E1B284DD17}" type="pres">
      <dgm:prSet presAssocID="{9E94A79D-F719-457A-9EFA-ABB6C3432EC5}" presName="vertSpace2b" presStyleCnt="0"/>
      <dgm:spPr/>
    </dgm:pt>
    <dgm:pt modelId="{EA87E13D-EFC8-4579-98C0-EFAF9CFD67FC}" type="pres">
      <dgm:prSet presAssocID="{AD225234-104D-4CD3-B92C-4305FA50AE84}" presName="thickLine" presStyleLbl="alignNode1" presStyleIdx="3" presStyleCnt="5"/>
      <dgm:spPr/>
    </dgm:pt>
    <dgm:pt modelId="{9B9BE9CB-2971-4C04-AE18-0B06176731AE}" type="pres">
      <dgm:prSet presAssocID="{AD225234-104D-4CD3-B92C-4305FA50AE84}" presName="horz1" presStyleCnt="0"/>
      <dgm:spPr/>
    </dgm:pt>
    <dgm:pt modelId="{4C3854F0-FFB2-4AA9-A0AF-1E06E6E7622B}" type="pres">
      <dgm:prSet presAssocID="{AD225234-104D-4CD3-B92C-4305FA50AE84}" presName="tx1" presStyleLbl="revTx" presStyleIdx="6" presStyleCnt="10"/>
      <dgm:spPr/>
    </dgm:pt>
    <dgm:pt modelId="{6EE36757-1390-45AC-9774-1B1EBDA6E766}" type="pres">
      <dgm:prSet presAssocID="{AD225234-104D-4CD3-B92C-4305FA50AE84}" presName="vert1" presStyleCnt="0"/>
      <dgm:spPr/>
    </dgm:pt>
    <dgm:pt modelId="{BCA2E90B-B4BF-4C45-8EB4-27C872720040}" type="pres">
      <dgm:prSet presAssocID="{5E634992-E67C-4719-8697-6039581D62E5}" presName="vertSpace2a" presStyleCnt="0"/>
      <dgm:spPr/>
    </dgm:pt>
    <dgm:pt modelId="{DF841274-1AD2-4753-9B7E-F77B1241B5A5}" type="pres">
      <dgm:prSet presAssocID="{5E634992-E67C-4719-8697-6039581D62E5}" presName="horz2" presStyleCnt="0"/>
      <dgm:spPr/>
    </dgm:pt>
    <dgm:pt modelId="{10707A9D-3F0F-40B5-9CD7-3116F8E37431}" type="pres">
      <dgm:prSet presAssocID="{5E634992-E67C-4719-8697-6039581D62E5}" presName="horzSpace2" presStyleCnt="0"/>
      <dgm:spPr/>
    </dgm:pt>
    <dgm:pt modelId="{67B9708B-4FCB-4824-B7E5-6533FDBFBF2A}" type="pres">
      <dgm:prSet presAssocID="{5E634992-E67C-4719-8697-6039581D62E5}" presName="tx2" presStyleLbl="revTx" presStyleIdx="7" presStyleCnt="10"/>
      <dgm:spPr/>
    </dgm:pt>
    <dgm:pt modelId="{788A443F-59AB-4997-9C4B-11DD5E48C00A}" type="pres">
      <dgm:prSet presAssocID="{5E634992-E67C-4719-8697-6039581D62E5}" presName="vert2" presStyleCnt="0"/>
      <dgm:spPr/>
    </dgm:pt>
    <dgm:pt modelId="{3BBC176C-D99E-4DA0-A6DF-3DDBFF27076A}" type="pres">
      <dgm:prSet presAssocID="{5E634992-E67C-4719-8697-6039581D62E5}" presName="thinLine2b" presStyleLbl="callout" presStyleIdx="3" presStyleCnt="5"/>
      <dgm:spPr/>
    </dgm:pt>
    <dgm:pt modelId="{0618647A-1C56-4378-95B7-85F7AB355892}" type="pres">
      <dgm:prSet presAssocID="{5E634992-E67C-4719-8697-6039581D62E5}" presName="vertSpace2b" presStyleCnt="0"/>
      <dgm:spPr/>
    </dgm:pt>
    <dgm:pt modelId="{000F0312-DD87-4ECE-A48E-5D34C4D82EBB}" type="pres">
      <dgm:prSet presAssocID="{4911A207-D81B-43A0-B337-3792578F2D9C}" presName="thickLine" presStyleLbl="alignNode1" presStyleIdx="4" presStyleCnt="5"/>
      <dgm:spPr/>
    </dgm:pt>
    <dgm:pt modelId="{76FC9E25-8C82-4892-B188-EF79405FFCF7}" type="pres">
      <dgm:prSet presAssocID="{4911A207-D81B-43A0-B337-3792578F2D9C}" presName="horz1" presStyleCnt="0"/>
      <dgm:spPr/>
    </dgm:pt>
    <dgm:pt modelId="{93AF2CC5-2006-4177-B1FC-3B14328761B9}" type="pres">
      <dgm:prSet presAssocID="{4911A207-D81B-43A0-B337-3792578F2D9C}" presName="tx1" presStyleLbl="revTx" presStyleIdx="8" presStyleCnt="10"/>
      <dgm:spPr/>
    </dgm:pt>
    <dgm:pt modelId="{600A6BA9-512B-4F95-91E8-EE1E14345C8E}" type="pres">
      <dgm:prSet presAssocID="{4911A207-D81B-43A0-B337-3792578F2D9C}" presName="vert1" presStyleCnt="0"/>
      <dgm:spPr/>
    </dgm:pt>
    <dgm:pt modelId="{DD6E8CA1-0BD5-4101-ADF4-748F27DCA2B5}" type="pres">
      <dgm:prSet presAssocID="{4CAC01D6-4384-45FB-97AC-132C922DF9C8}" presName="vertSpace2a" presStyleCnt="0"/>
      <dgm:spPr/>
    </dgm:pt>
    <dgm:pt modelId="{384ED75D-F906-4DF4-8BB6-4AAECA7CE687}" type="pres">
      <dgm:prSet presAssocID="{4CAC01D6-4384-45FB-97AC-132C922DF9C8}" presName="horz2" presStyleCnt="0"/>
      <dgm:spPr/>
    </dgm:pt>
    <dgm:pt modelId="{791F26D8-0FED-4848-9436-174B8B894BD5}" type="pres">
      <dgm:prSet presAssocID="{4CAC01D6-4384-45FB-97AC-132C922DF9C8}" presName="horzSpace2" presStyleCnt="0"/>
      <dgm:spPr/>
    </dgm:pt>
    <dgm:pt modelId="{36691E75-D011-49FB-82AD-CD8A7580785D}" type="pres">
      <dgm:prSet presAssocID="{4CAC01D6-4384-45FB-97AC-132C922DF9C8}" presName="tx2" presStyleLbl="revTx" presStyleIdx="9" presStyleCnt="10"/>
      <dgm:spPr/>
    </dgm:pt>
    <dgm:pt modelId="{A048A46D-D25D-470C-B772-02E7A9EA4DA0}" type="pres">
      <dgm:prSet presAssocID="{4CAC01D6-4384-45FB-97AC-132C922DF9C8}" presName="vert2" presStyleCnt="0"/>
      <dgm:spPr/>
    </dgm:pt>
    <dgm:pt modelId="{0D9712A9-1A45-43DD-BFB7-ECAD62933BBA}" type="pres">
      <dgm:prSet presAssocID="{4CAC01D6-4384-45FB-97AC-132C922DF9C8}" presName="thinLine2b" presStyleLbl="callout" presStyleIdx="4" presStyleCnt="5"/>
      <dgm:spPr/>
    </dgm:pt>
    <dgm:pt modelId="{45C44CAE-259F-4481-BF5B-84C76DEE5E10}" type="pres">
      <dgm:prSet presAssocID="{4CAC01D6-4384-45FB-97AC-132C922DF9C8}" presName="vertSpace2b" presStyleCnt="0"/>
      <dgm:spPr/>
    </dgm:pt>
  </dgm:ptLst>
  <dgm:cxnLst>
    <dgm:cxn modelId="{51203917-DC33-4A1A-AC7C-96172AA55579}" srcId="{4911A207-D81B-43A0-B337-3792578F2D9C}" destId="{4CAC01D6-4384-45FB-97AC-132C922DF9C8}" srcOrd="0" destOrd="0" parTransId="{EC400C45-38E0-4DD2-A849-16BED63E328A}" sibTransId="{E784EDB0-0FDE-4889-AC01-D3ED70854D42}"/>
    <dgm:cxn modelId="{4BC5D32B-E17E-446E-A2CA-804D9C04D2CB}" srcId="{B61FC71A-DA07-477E-9361-BBBB3A955BB7}" destId="{4911A207-D81B-43A0-B337-3792578F2D9C}" srcOrd="4" destOrd="0" parTransId="{F46D1AFA-B3F7-4572-8CF1-8FEA195EBB5E}" sibTransId="{A3E1B1A1-97B7-42B8-95C8-83A96336A992}"/>
    <dgm:cxn modelId="{66A56434-62BB-475E-97A1-CBC89BA7D84B}" srcId="{B61FC71A-DA07-477E-9361-BBBB3A955BB7}" destId="{0F05C9EB-8C81-4B2C-84BA-F54423975569}" srcOrd="1" destOrd="0" parTransId="{1E4F48A0-E63F-4A3D-91D2-CA003E5042C2}" sibTransId="{AF6BAC1F-BFAC-46DD-97C1-7CA95871969C}"/>
    <dgm:cxn modelId="{FAB5985E-B339-498C-B626-21BBBB97E149}" srcId="{AD225234-104D-4CD3-B92C-4305FA50AE84}" destId="{5E634992-E67C-4719-8697-6039581D62E5}" srcOrd="0" destOrd="0" parTransId="{16AF7FE0-84B4-4BEA-BA47-8BB6F782DC88}" sibTransId="{239BF932-F08E-4CC9-9837-A69C42A016A6}"/>
    <dgm:cxn modelId="{7CE0F261-1723-4BF5-945C-7E4D773E3EC3}" srcId="{B61FC71A-DA07-477E-9361-BBBB3A955BB7}" destId="{8C76D33D-C6ED-4073-8908-CE767521501F}" srcOrd="0" destOrd="0" parTransId="{1564B01C-69BB-47F2-A79D-F76EE4350C6C}" sibTransId="{0845C470-923C-45C7-A754-AF0B94155437}"/>
    <dgm:cxn modelId="{77CDF763-A20B-40D9-8DAF-98A4189405F9}" srcId="{0F05C9EB-8C81-4B2C-84BA-F54423975569}" destId="{E1A0AB3D-9A64-4EE8-A5B5-99D273711E2E}" srcOrd="0" destOrd="0" parTransId="{655B39D1-1A7D-4301-838B-ACA0C8372DAF}" sibTransId="{E3C9D516-D467-4278-B8B9-10F775D6A0F3}"/>
    <dgm:cxn modelId="{11F39D48-097A-46BA-8FEB-A048082C4D56}" type="presOf" srcId="{B61FC71A-DA07-477E-9361-BBBB3A955BB7}" destId="{35256C2D-1ECD-4098-B647-CA6DAC46B59F}" srcOrd="0" destOrd="0" presId="urn:microsoft.com/office/officeart/2008/layout/LinedList"/>
    <dgm:cxn modelId="{DA0BB948-498F-4383-939B-606DB7BF70BD}" type="presOf" srcId="{AD225234-104D-4CD3-B92C-4305FA50AE84}" destId="{4C3854F0-FFB2-4AA9-A0AF-1E06E6E7622B}" srcOrd="0" destOrd="0" presId="urn:microsoft.com/office/officeart/2008/layout/LinedList"/>
    <dgm:cxn modelId="{A77A324F-7511-4E0F-B885-91C6BB68C2E3}" type="presOf" srcId="{8C76D33D-C6ED-4073-8908-CE767521501F}" destId="{66310F97-DA57-487B-B14D-856E21782C14}" srcOrd="0" destOrd="0" presId="urn:microsoft.com/office/officeart/2008/layout/LinedList"/>
    <dgm:cxn modelId="{99F9C152-7D4E-4B3B-A6CA-0CA52B58AA90}" srcId="{B61FC71A-DA07-477E-9361-BBBB3A955BB7}" destId="{CA3A52EF-D4CF-4AC6-ADBE-839F8F2A6FC3}" srcOrd="2" destOrd="0" parTransId="{DC197DC3-3D4D-4C94-A4E1-B18E20EB5E64}" sibTransId="{646EAE6F-61BF-479E-B8A8-BB1E24DDBD50}"/>
    <dgm:cxn modelId="{BBA25A55-F5D3-4005-AA96-EBB82B6AD1F5}" type="presOf" srcId="{0F05C9EB-8C81-4B2C-84BA-F54423975569}" destId="{A88D82E2-C71A-4768-B55C-09DBF246A339}" srcOrd="0" destOrd="0" presId="urn:microsoft.com/office/officeart/2008/layout/LinedList"/>
    <dgm:cxn modelId="{493D6076-28B8-4E71-9D00-E2644B2055B4}" srcId="{B61FC71A-DA07-477E-9361-BBBB3A955BB7}" destId="{AD225234-104D-4CD3-B92C-4305FA50AE84}" srcOrd="3" destOrd="0" parTransId="{27DB2EE4-9144-4468-B244-C4BF1C5F8DB3}" sibTransId="{75AF56B6-6A79-447A-8D2B-EE926A180185}"/>
    <dgm:cxn modelId="{493B6F78-5629-49AE-8CDD-EE903F70F628}" type="presOf" srcId="{24588273-A1F1-4D9E-912B-10C9780E4EE5}" destId="{95A4A4EE-3A68-4515-AF96-B85EC874A542}" srcOrd="0" destOrd="0" presId="urn:microsoft.com/office/officeart/2008/layout/LinedList"/>
    <dgm:cxn modelId="{35696587-9C29-4AC3-981F-F237BDD2FC8A}" srcId="{CA3A52EF-D4CF-4AC6-ADBE-839F8F2A6FC3}" destId="{9E94A79D-F719-457A-9EFA-ABB6C3432EC5}" srcOrd="0" destOrd="0" parTransId="{32BD8EAB-5B21-4D63-9719-B35472B66343}" sibTransId="{CE8B3014-0D91-434F-88A8-69410CAA4BB9}"/>
    <dgm:cxn modelId="{284148A2-54EC-4686-AB70-438199B2CBC7}" type="presOf" srcId="{CA3A52EF-D4CF-4AC6-ADBE-839F8F2A6FC3}" destId="{E048FCE6-52E4-4FCD-A88B-BC56A55EE07A}" srcOrd="0" destOrd="0" presId="urn:microsoft.com/office/officeart/2008/layout/LinedList"/>
    <dgm:cxn modelId="{BCB04AA6-8E75-4224-973C-5652EC53A65C}" type="presOf" srcId="{9E94A79D-F719-457A-9EFA-ABB6C3432EC5}" destId="{D6A83296-8F64-45D9-9C23-53BEE819B69A}" srcOrd="0" destOrd="0" presId="urn:microsoft.com/office/officeart/2008/layout/LinedList"/>
    <dgm:cxn modelId="{E5E9B0C3-1CB8-43D9-889F-A40ACF90B21E}" type="presOf" srcId="{E1A0AB3D-9A64-4EE8-A5B5-99D273711E2E}" destId="{E3B20C10-91A8-4C16-9D5A-5C868811AF5A}" srcOrd="0" destOrd="0" presId="urn:microsoft.com/office/officeart/2008/layout/LinedList"/>
    <dgm:cxn modelId="{5A2EEACD-76F4-4A7F-80E4-FA46D1DB41CB}" type="presOf" srcId="{4911A207-D81B-43A0-B337-3792578F2D9C}" destId="{93AF2CC5-2006-4177-B1FC-3B14328761B9}" srcOrd="0" destOrd="0" presId="urn:microsoft.com/office/officeart/2008/layout/LinedList"/>
    <dgm:cxn modelId="{158292E5-BF44-4952-A176-E95E76120528}" type="presOf" srcId="{4CAC01D6-4384-45FB-97AC-132C922DF9C8}" destId="{36691E75-D011-49FB-82AD-CD8A7580785D}" srcOrd="0" destOrd="0" presId="urn:microsoft.com/office/officeart/2008/layout/LinedList"/>
    <dgm:cxn modelId="{BCF40BE6-2DDE-41A6-A1A8-60355435B394}" srcId="{8C76D33D-C6ED-4073-8908-CE767521501F}" destId="{24588273-A1F1-4D9E-912B-10C9780E4EE5}" srcOrd="0" destOrd="0" parTransId="{9227E0DE-2A2E-47F1-9078-EFF123C9AB96}" sibTransId="{F9CE9DA1-11D4-472D-9E6A-94DD0778259B}"/>
    <dgm:cxn modelId="{16362BFD-4C10-42DA-A341-1EE23DCF6404}" type="presOf" srcId="{5E634992-E67C-4719-8697-6039581D62E5}" destId="{67B9708B-4FCB-4824-B7E5-6533FDBFBF2A}" srcOrd="0" destOrd="0" presId="urn:microsoft.com/office/officeart/2008/layout/LinedList"/>
    <dgm:cxn modelId="{C806F938-260D-4B8D-99BF-53A3BB49A623}" type="presParOf" srcId="{35256C2D-1ECD-4098-B647-CA6DAC46B59F}" destId="{0D2DC5E5-0A24-4AA0-ADEF-FF4B3F4C7BE5}" srcOrd="0" destOrd="0" presId="urn:microsoft.com/office/officeart/2008/layout/LinedList"/>
    <dgm:cxn modelId="{7B661FE4-4D31-4243-9A5A-F26EF44CE21B}" type="presParOf" srcId="{35256C2D-1ECD-4098-B647-CA6DAC46B59F}" destId="{0B99ADF7-FCC2-4826-9436-EAA2BA6E0E6F}" srcOrd="1" destOrd="0" presId="urn:microsoft.com/office/officeart/2008/layout/LinedList"/>
    <dgm:cxn modelId="{A1594EDB-ABDC-4510-812A-FEE001514B8D}" type="presParOf" srcId="{0B99ADF7-FCC2-4826-9436-EAA2BA6E0E6F}" destId="{66310F97-DA57-487B-B14D-856E21782C14}" srcOrd="0" destOrd="0" presId="urn:microsoft.com/office/officeart/2008/layout/LinedList"/>
    <dgm:cxn modelId="{52CEF44E-F6D6-438F-8E69-FC267206C52D}" type="presParOf" srcId="{0B99ADF7-FCC2-4826-9436-EAA2BA6E0E6F}" destId="{E997B8A3-F447-4918-8A06-02D34E71722D}" srcOrd="1" destOrd="0" presId="urn:microsoft.com/office/officeart/2008/layout/LinedList"/>
    <dgm:cxn modelId="{48134D0C-C4B6-4FD7-BF86-54D7E84321A2}" type="presParOf" srcId="{E997B8A3-F447-4918-8A06-02D34E71722D}" destId="{C42AAF70-8D6B-4A9A-B989-0E34262AC599}" srcOrd="0" destOrd="0" presId="urn:microsoft.com/office/officeart/2008/layout/LinedList"/>
    <dgm:cxn modelId="{F6CA9F4F-18C6-447E-AF74-F71F4A554050}" type="presParOf" srcId="{E997B8A3-F447-4918-8A06-02D34E71722D}" destId="{58BA2722-AC2D-4F73-9F9B-BBA847A74252}" srcOrd="1" destOrd="0" presId="urn:microsoft.com/office/officeart/2008/layout/LinedList"/>
    <dgm:cxn modelId="{53B0AD3B-05E5-4A44-87E1-3CD9746DA31E}" type="presParOf" srcId="{58BA2722-AC2D-4F73-9F9B-BBA847A74252}" destId="{FB52DC78-BBE2-45FD-94CB-97084344BF42}" srcOrd="0" destOrd="0" presId="urn:microsoft.com/office/officeart/2008/layout/LinedList"/>
    <dgm:cxn modelId="{F8D9E81D-D304-47DF-BD9A-B5146A0E018B}" type="presParOf" srcId="{58BA2722-AC2D-4F73-9F9B-BBA847A74252}" destId="{95A4A4EE-3A68-4515-AF96-B85EC874A542}" srcOrd="1" destOrd="0" presId="urn:microsoft.com/office/officeart/2008/layout/LinedList"/>
    <dgm:cxn modelId="{A29CF961-E37B-4E36-8733-37A1BB2BAA71}" type="presParOf" srcId="{58BA2722-AC2D-4F73-9F9B-BBA847A74252}" destId="{92324391-93F2-4655-BF25-DDB734D6B349}" srcOrd="2" destOrd="0" presId="urn:microsoft.com/office/officeart/2008/layout/LinedList"/>
    <dgm:cxn modelId="{FDEBF64B-92E1-481F-AA2F-40EAF0802874}" type="presParOf" srcId="{E997B8A3-F447-4918-8A06-02D34E71722D}" destId="{85A0B77C-B87B-4EA2-884F-A75D87FBE3A6}" srcOrd="2" destOrd="0" presId="urn:microsoft.com/office/officeart/2008/layout/LinedList"/>
    <dgm:cxn modelId="{3F2860AB-8967-4F33-9ABD-DB9B712134BA}" type="presParOf" srcId="{E997B8A3-F447-4918-8A06-02D34E71722D}" destId="{2A96508E-758A-4CAB-AB1A-699D95BC4F38}" srcOrd="3" destOrd="0" presId="urn:microsoft.com/office/officeart/2008/layout/LinedList"/>
    <dgm:cxn modelId="{94886D10-214B-4928-B20C-F4D9EDEEB1C2}" type="presParOf" srcId="{35256C2D-1ECD-4098-B647-CA6DAC46B59F}" destId="{8A491938-2849-4D3D-8E0D-F3C5DF89D68B}" srcOrd="2" destOrd="0" presId="urn:microsoft.com/office/officeart/2008/layout/LinedList"/>
    <dgm:cxn modelId="{BF52E844-11B2-4DFA-8558-39D920513BC5}" type="presParOf" srcId="{35256C2D-1ECD-4098-B647-CA6DAC46B59F}" destId="{5DBBB43E-7204-4A49-9348-481171A2C588}" srcOrd="3" destOrd="0" presId="urn:microsoft.com/office/officeart/2008/layout/LinedList"/>
    <dgm:cxn modelId="{57290E0A-8D7E-44F5-BDD4-10A3FA94B350}" type="presParOf" srcId="{5DBBB43E-7204-4A49-9348-481171A2C588}" destId="{A88D82E2-C71A-4768-B55C-09DBF246A339}" srcOrd="0" destOrd="0" presId="urn:microsoft.com/office/officeart/2008/layout/LinedList"/>
    <dgm:cxn modelId="{16611CAA-6AE4-4841-A541-91D0E035D8D7}" type="presParOf" srcId="{5DBBB43E-7204-4A49-9348-481171A2C588}" destId="{1B6D413F-DA91-4AF1-A969-5C7CB99B6610}" srcOrd="1" destOrd="0" presId="urn:microsoft.com/office/officeart/2008/layout/LinedList"/>
    <dgm:cxn modelId="{E86B341A-CFF2-499D-B462-C00239377257}" type="presParOf" srcId="{1B6D413F-DA91-4AF1-A969-5C7CB99B6610}" destId="{650A7666-25D6-4ADD-8858-6970F9017685}" srcOrd="0" destOrd="0" presId="urn:microsoft.com/office/officeart/2008/layout/LinedList"/>
    <dgm:cxn modelId="{441C5E6A-69DB-4CAE-B441-204C8FD86EDB}" type="presParOf" srcId="{1B6D413F-DA91-4AF1-A969-5C7CB99B6610}" destId="{A8DAED5D-0BB3-48A7-9439-53383A908016}" srcOrd="1" destOrd="0" presId="urn:microsoft.com/office/officeart/2008/layout/LinedList"/>
    <dgm:cxn modelId="{A12502D0-97FF-48AB-80E2-9B6D8AA8CD26}" type="presParOf" srcId="{A8DAED5D-0BB3-48A7-9439-53383A908016}" destId="{08F0F419-C029-4E51-BEF5-FD9B7949F4CB}" srcOrd="0" destOrd="0" presId="urn:microsoft.com/office/officeart/2008/layout/LinedList"/>
    <dgm:cxn modelId="{6E8DF0D1-C830-4A62-86EC-6EA722EC44BF}" type="presParOf" srcId="{A8DAED5D-0BB3-48A7-9439-53383A908016}" destId="{E3B20C10-91A8-4C16-9D5A-5C868811AF5A}" srcOrd="1" destOrd="0" presId="urn:microsoft.com/office/officeart/2008/layout/LinedList"/>
    <dgm:cxn modelId="{34E30802-124A-438C-8378-3485E3C26FA9}" type="presParOf" srcId="{A8DAED5D-0BB3-48A7-9439-53383A908016}" destId="{674102BA-E1A3-426E-BE40-7B4EB53BEBAC}" srcOrd="2" destOrd="0" presId="urn:microsoft.com/office/officeart/2008/layout/LinedList"/>
    <dgm:cxn modelId="{0F1A69DC-58BC-40C2-B218-7A2093F267CF}" type="presParOf" srcId="{1B6D413F-DA91-4AF1-A969-5C7CB99B6610}" destId="{EB1A843C-97C0-4B66-9684-24A455FD5147}" srcOrd="2" destOrd="0" presId="urn:microsoft.com/office/officeart/2008/layout/LinedList"/>
    <dgm:cxn modelId="{E74AEBB3-AD5A-4734-B267-01B511C5E78F}" type="presParOf" srcId="{1B6D413F-DA91-4AF1-A969-5C7CB99B6610}" destId="{8371C623-3D52-4D27-9487-C3245D38707F}" srcOrd="3" destOrd="0" presId="urn:microsoft.com/office/officeart/2008/layout/LinedList"/>
    <dgm:cxn modelId="{FF9FE451-3B33-4E3E-B560-58EB73F65767}" type="presParOf" srcId="{35256C2D-1ECD-4098-B647-CA6DAC46B59F}" destId="{2C0543FD-379E-4CEB-B04A-C3608D972D01}" srcOrd="4" destOrd="0" presId="urn:microsoft.com/office/officeart/2008/layout/LinedList"/>
    <dgm:cxn modelId="{ACE91A05-321B-4812-8D93-6FFED189130F}" type="presParOf" srcId="{35256C2D-1ECD-4098-B647-CA6DAC46B59F}" destId="{A6FBF3B0-A466-43F4-B30E-9FC0E061A286}" srcOrd="5" destOrd="0" presId="urn:microsoft.com/office/officeart/2008/layout/LinedList"/>
    <dgm:cxn modelId="{36E70D11-77AC-465E-A154-1C463A7423D1}" type="presParOf" srcId="{A6FBF3B0-A466-43F4-B30E-9FC0E061A286}" destId="{E048FCE6-52E4-4FCD-A88B-BC56A55EE07A}" srcOrd="0" destOrd="0" presId="urn:microsoft.com/office/officeart/2008/layout/LinedList"/>
    <dgm:cxn modelId="{8ACD4856-58B5-4898-B6EA-ECADA218830C}" type="presParOf" srcId="{A6FBF3B0-A466-43F4-B30E-9FC0E061A286}" destId="{0456E40B-CAB5-469A-ABCD-A149B2006795}" srcOrd="1" destOrd="0" presId="urn:microsoft.com/office/officeart/2008/layout/LinedList"/>
    <dgm:cxn modelId="{97853A0E-E082-42DF-8B78-43481E8F1E4A}" type="presParOf" srcId="{0456E40B-CAB5-469A-ABCD-A149B2006795}" destId="{9758BD4C-4AA8-4348-9EA7-B53126A4C46A}" srcOrd="0" destOrd="0" presId="urn:microsoft.com/office/officeart/2008/layout/LinedList"/>
    <dgm:cxn modelId="{17352325-8A4D-4152-9374-5AA5F3908EBF}" type="presParOf" srcId="{0456E40B-CAB5-469A-ABCD-A149B2006795}" destId="{B73D40D0-CF12-48B7-A53F-8C24FDF8513F}" srcOrd="1" destOrd="0" presId="urn:microsoft.com/office/officeart/2008/layout/LinedList"/>
    <dgm:cxn modelId="{53C61025-181F-40B7-9D10-67C39FCB5F73}" type="presParOf" srcId="{B73D40D0-CF12-48B7-A53F-8C24FDF8513F}" destId="{8E92C993-F0BF-4B0A-8095-80650E18654C}" srcOrd="0" destOrd="0" presId="urn:microsoft.com/office/officeart/2008/layout/LinedList"/>
    <dgm:cxn modelId="{9EC6C46C-94AB-4B61-BB0E-514B0C62D9C7}" type="presParOf" srcId="{B73D40D0-CF12-48B7-A53F-8C24FDF8513F}" destId="{D6A83296-8F64-45D9-9C23-53BEE819B69A}" srcOrd="1" destOrd="0" presId="urn:microsoft.com/office/officeart/2008/layout/LinedList"/>
    <dgm:cxn modelId="{0A2E94C3-2C45-4219-B00F-11913AC20F74}" type="presParOf" srcId="{B73D40D0-CF12-48B7-A53F-8C24FDF8513F}" destId="{E2FB51DB-6885-43FE-9D53-871DC83501CE}" srcOrd="2" destOrd="0" presId="urn:microsoft.com/office/officeart/2008/layout/LinedList"/>
    <dgm:cxn modelId="{4BE28CEB-A286-41A3-B991-178F461282B2}" type="presParOf" srcId="{0456E40B-CAB5-469A-ABCD-A149B2006795}" destId="{517DFF7B-47E8-4A7F-AF54-0C742BC3A619}" srcOrd="2" destOrd="0" presId="urn:microsoft.com/office/officeart/2008/layout/LinedList"/>
    <dgm:cxn modelId="{4903486F-6BE1-4842-A23B-70F1D2BDF8B5}" type="presParOf" srcId="{0456E40B-CAB5-469A-ABCD-A149B2006795}" destId="{7CD2009B-5419-46E2-B7BA-12E1B284DD17}" srcOrd="3" destOrd="0" presId="urn:microsoft.com/office/officeart/2008/layout/LinedList"/>
    <dgm:cxn modelId="{D5D4BBDE-AC38-4A58-B8FA-A3D035893019}" type="presParOf" srcId="{35256C2D-1ECD-4098-B647-CA6DAC46B59F}" destId="{EA87E13D-EFC8-4579-98C0-EFAF9CFD67FC}" srcOrd="6" destOrd="0" presId="urn:microsoft.com/office/officeart/2008/layout/LinedList"/>
    <dgm:cxn modelId="{FF07A764-41E7-4EA7-81D8-BF5E5531DDAA}" type="presParOf" srcId="{35256C2D-1ECD-4098-B647-CA6DAC46B59F}" destId="{9B9BE9CB-2971-4C04-AE18-0B06176731AE}" srcOrd="7" destOrd="0" presId="urn:microsoft.com/office/officeart/2008/layout/LinedList"/>
    <dgm:cxn modelId="{A11638C0-A891-4927-8BF6-BE818463ED43}" type="presParOf" srcId="{9B9BE9CB-2971-4C04-AE18-0B06176731AE}" destId="{4C3854F0-FFB2-4AA9-A0AF-1E06E6E7622B}" srcOrd="0" destOrd="0" presId="urn:microsoft.com/office/officeart/2008/layout/LinedList"/>
    <dgm:cxn modelId="{F0C744A8-3397-48F0-AECF-6FC09744F90C}" type="presParOf" srcId="{9B9BE9CB-2971-4C04-AE18-0B06176731AE}" destId="{6EE36757-1390-45AC-9774-1B1EBDA6E766}" srcOrd="1" destOrd="0" presId="urn:microsoft.com/office/officeart/2008/layout/LinedList"/>
    <dgm:cxn modelId="{D9E91C7E-0D83-4D3F-B4A3-CD2540642420}" type="presParOf" srcId="{6EE36757-1390-45AC-9774-1B1EBDA6E766}" destId="{BCA2E90B-B4BF-4C45-8EB4-27C872720040}" srcOrd="0" destOrd="0" presId="urn:microsoft.com/office/officeart/2008/layout/LinedList"/>
    <dgm:cxn modelId="{1369746E-7EEE-459D-96D1-8AAA30CE6329}" type="presParOf" srcId="{6EE36757-1390-45AC-9774-1B1EBDA6E766}" destId="{DF841274-1AD2-4753-9B7E-F77B1241B5A5}" srcOrd="1" destOrd="0" presId="urn:microsoft.com/office/officeart/2008/layout/LinedList"/>
    <dgm:cxn modelId="{052D7B87-9476-4C42-9905-E16110CED3E7}" type="presParOf" srcId="{DF841274-1AD2-4753-9B7E-F77B1241B5A5}" destId="{10707A9D-3F0F-40B5-9CD7-3116F8E37431}" srcOrd="0" destOrd="0" presId="urn:microsoft.com/office/officeart/2008/layout/LinedList"/>
    <dgm:cxn modelId="{976C9FEA-8150-4BB7-8526-E0B809D10E5B}" type="presParOf" srcId="{DF841274-1AD2-4753-9B7E-F77B1241B5A5}" destId="{67B9708B-4FCB-4824-B7E5-6533FDBFBF2A}" srcOrd="1" destOrd="0" presId="urn:microsoft.com/office/officeart/2008/layout/LinedList"/>
    <dgm:cxn modelId="{664D9D58-49F0-409D-8608-33B4271F7239}" type="presParOf" srcId="{DF841274-1AD2-4753-9B7E-F77B1241B5A5}" destId="{788A443F-59AB-4997-9C4B-11DD5E48C00A}" srcOrd="2" destOrd="0" presId="urn:microsoft.com/office/officeart/2008/layout/LinedList"/>
    <dgm:cxn modelId="{F62AF9C1-038A-4F01-931F-7E2793777481}" type="presParOf" srcId="{6EE36757-1390-45AC-9774-1B1EBDA6E766}" destId="{3BBC176C-D99E-4DA0-A6DF-3DDBFF27076A}" srcOrd="2" destOrd="0" presId="urn:microsoft.com/office/officeart/2008/layout/LinedList"/>
    <dgm:cxn modelId="{63B4C08F-79EF-4DD2-A4FF-DC33499B47AD}" type="presParOf" srcId="{6EE36757-1390-45AC-9774-1B1EBDA6E766}" destId="{0618647A-1C56-4378-95B7-85F7AB355892}" srcOrd="3" destOrd="0" presId="urn:microsoft.com/office/officeart/2008/layout/LinedList"/>
    <dgm:cxn modelId="{B4B7C049-0605-4E0D-ADEE-A23AF57A20BA}" type="presParOf" srcId="{35256C2D-1ECD-4098-B647-CA6DAC46B59F}" destId="{000F0312-DD87-4ECE-A48E-5D34C4D82EBB}" srcOrd="8" destOrd="0" presId="urn:microsoft.com/office/officeart/2008/layout/LinedList"/>
    <dgm:cxn modelId="{5ACDB76A-609B-4F1A-8515-35A89BA7887E}" type="presParOf" srcId="{35256C2D-1ECD-4098-B647-CA6DAC46B59F}" destId="{76FC9E25-8C82-4892-B188-EF79405FFCF7}" srcOrd="9" destOrd="0" presId="urn:microsoft.com/office/officeart/2008/layout/LinedList"/>
    <dgm:cxn modelId="{2944F43F-554C-4679-8EF5-3A1E37157539}" type="presParOf" srcId="{76FC9E25-8C82-4892-B188-EF79405FFCF7}" destId="{93AF2CC5-2006-4177-B1FC-3B14328761B9}" srcOrd="0" destOrd="0" presId="urn:microsoft.com/office/officeart/2008/layout/LinedList"/>
    <dgm:cxn modelId="{55BAB8EA-19E9-4D37-A837-691F5B5CEF7A}" type="presParOf" srcId="{76FC9E25-8C82-4892-B188-EF79405FFCF7}" destId="{600A6BA9-512B-4F95-91E8-EE1E14345C8E}" srcOrd="1" destOrd="0" presId="urn:microsoft.com/office/officeart/2008/layout/LinedList"/>
    <dgm:cxn modelId="{D8F1F29C-201D-40FB-B550-A24E9EAF6F04}" type="presParOf" srcId="{600A6BA9-512B-4F95-91E8-EE1E14345C8E}" destId="{DD6E8CA1-0BD5-4101-ADF4-748F27DCA2B5}" srcOrd="0" destOrd="0" presId="urn:microsoft.com/office/officeart/2008/layout/LinedList"/>
    <dgm:cxn modelId="{D4DA729B-39B1-4DC6-B92F-B3F694B1019C}" type="presParOf" srcId="{600A6BA9-512B-4F95-91E8-EE1E14345C8E}" destId="{384ED75D-F906-4DF4-8BB6-4AAECA7CE687}" srcOrd="1" destOrd="0" presId="urn:microsoft.com/office/officeart/2008/layout/LinedList"/>
    <dgm:cxn modelId="{BE3F6EFA-CC39-440B-9F79-5C7FAEAF98D0}" type="presParOf" srcId="{384ED75D-F906-4DF4-8BB6-4AAECA7CE687}" destId="{791F26D8-0FED-4848-9436-174B8B894BD5}" srcOrd="0" destOrd="0" presId="urn:microsoft.com/office/officeart/2008/layout/LinedList"/>
    <dgm:cxn modelId="{2D2170A8-CEC5-4FB9-B3F8-72BC05B0D7DA}" type="presParOf" srcId="{384ED75D-F906-4DF4-8BB6-4AAECA7CE687}" destId="{36691E75-D011-49FB-82AD-CD8A7580785D}" srcOrd="1" destOrd="0" presId="urn:microsoft.com/office/officeart/2008/layout/LinedList"/>
    <dgm:cxn modelId="{3B3E53C0-8925-4CFB-8AE2-172FD02A9226}" type="presParOf" srcId="{384ED75D-F906-4DF4-8BB6-4AAECA7CE687}" destId="{A048A46D-D25D-470C-B772-02E7A9EA4DA0}" srcOrd="2" destOrd="0" presId="urn:microsoft.com/office/officeart/2008/layout/LinedList"/>
    <dgm:cxn modelId="{A9C108A5-22DA-4967-A92C-40DE5A3298FB}" type="presParOf" srcId="{600A6BA9-512B-4F95-91E8-EE1E14345C8E}" destId="{0D9712A9-1A45-43DD-BFB7-ECAD62933BBA}" srcOrd="2" destOrd="0" presId="urn:microsoft.com/office/officeart/2008/layout/LinedList"/>
    <dgm:cxn modelId="{2EEEC7DD-7CD7-4143-87E7-FBDDFFADFF6E}" type="presParOf" srcId="{600A6BA9-512B-4F95-91E8-EE1E14345C8E}" destId="{45C44CAE-259F-4481-BF5B-84C76DEE5E10}" srcOrd="3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381A45F-C9AC-4994-9DF9-3C987345494B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9B42E54C-2497-4013-9DB6-D965B3ED6F8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Chủ đề:</a:t>
          </a:r>
          <a:endParaRPr lang="en-US"/>
        </a:p>
      </dgm:t>
    </dgm:pt>
    <dgm:pt modelId="{1396CBC4-63C3-4A05-8F01-1E2E6B7CCDA6}" type="parTrans" cxnId="{D5FBC583-1DD7-40D0-A82D-6111E7FB6A14}">
      <dgm:prSet/>
      <dgm:spPr/>
      <dgm:t>
        <a:bodyPr/>
        <a:lstStyle/>
        <a:p>
          <a:endParaRPr lang="en-US"/>
        </a:p>
      </dgm:t>
    </dgm:pt>
    <dgm:pt modelId="{203B08BA-682A-4594-B49F-BDE70D31EFBD}" type="sibTrans" cxnId="{D5FBC583-1DD7-40D0-A82D-6111E7FB6A14}">
      <dgm:prSet/>
      <dgm:spPr/>
      <dgm:t>
        <a:bodyPr/>
        <a:lstStyle/>
        <a:p>
          <a:endParaRPr lang="en-US"/>
        </a:p>
      </dgm:t>
    </dgm:pt>
    <dgm:pt modelId="{3AD0EF0E-99F4-44D5-A9FD-966F1ADD524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Công nghệ:</a:t>
          </a:r>
          <a:endParaRPr lang="en-US"/>
        </a:p>
      </dgm:t>
    </dgm:pt>
    <dgm:pt modelId="{6B23B8BE-1168-4872-BEC3-B4C498BB03B8}" type="parTrans" cxnId="{B21866B9-B5E7-48E6-BDFE-FA4FC8718BBD}">
      <dgm:prSet/>
      <dgm:spPr/>
      <dgm:t>
        <a:bodyPr/>
        <a:lstStyle/>
        <a:p>
          <a:endParaRPr lang="en-US"/>
        </a:p>
      </dgm:t>
    </dgm:pt>
    <dgm:pt modelId="{F5ED402B-BBC0-4EFC-97A3-8A81B5BCF86D}" type="sibTrans" cxnId="{B21866B9-B5E7-48E6-BDFE-FA4FC8718BBD}">
      <dgm:prSet/>
      <dgm:spPr/>
      <dgm:t>
        <a:bodyPr/>
        <a:lstStyle/>
        <a:p>
          <a:endParaRPr lang="en-US"/>
        </a:p>
      </dgm:t>
    </dgm:pt>
    <dgm:pt modelId="{0F67BFE1-2E64-4967-8E80-19775F2FF0AE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Thao tác:</a:t>
          </a:r>
          <a:endParaRPr lang="en-US"/>
        </a:p>
      </dgm:t>
    </dgm:pt>
    <dgm:pt modelId="{1B29F3D9-DCB6-44B6-AB89-BE60BFBBD1D2}" type="parTrans" cxnId="{ED67BD31-B967-4A6A-9380-4ACA1B03B519}">
      <dgm:prSet/>
      <dgm:spPr/>
      <dgm:t>
        <a:bodyPr/>
        <a:lstStyle/>
        <a:p>
          <a:endParaRPr lang="en-US"/>
        </a:p>
      </dgm:t>
    </dgm:pt>
    <dgm:pt modelId="{2C75D88F-19FB-48DE-AC41-D1AAE872F0E5}" type="sibTrans" cxnId="{ED67BD31-B967-4A6A-9380-4ACA1B03B519}">
      <dgm:prSet/>
      <dgm:spPr/>
      <dgm:t>
        <a:bodyPr/>
        <a:lstStyle/>
        <a:p>
          <a:endParaRPr lang="en-US"/>
        </a:p>
      </dgm:t>
    </dgm:pt>
    <dgm:pt modelId="{33C8B6E5-A6A2-4FD9-91D7-8AAA0A44457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Kết quả:</a:t>
          </a:r>
          <a:endParaRPr lang="en-US"/>
        </a:p>
      </dgm:t>
    </dgm:pt>
    <dgm:pt modelId="{CBDDC435-B1A9-452D-8953-5BFB18A6D177}" type="parTrans" cxnId="{2CAAD75F-B0B9-429A-BCCD-DDFD726E72A4}">
      <dgm:prSet/>
      <dgm:spPr/>
      <dgm:t>
        <a:bodyPr/>
        <a:lstStyle/>
        <a:p>
          <a:endParaRPr lang="en-US"/>
        </a:p>
      </dgm:t>
    </dgm:pt>
    <dgm:pt modelId="{772C02D3-2455-41BC-949B-6C2A93DD9182}" type="sibTrans" cxnId="{2CAAD75F-B0B9-429A-BCCD-DDFD726E72A4}">
      <dgm:prSet/>
      <dgm:spPr/>
      <dgm:t>
        <a:bodyPr/>
        <a:lstStyle/>
        <a:p>
          <a:endParaRPr lang="en-US"/>
        </a:p>
      </dgm:t>
    </dgm:pt>
    <dgm:pt modelId="{0C22BF64-D973-4572-ADB9-92E196F50C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Sử dụng XAMPP quản lý MySQL Engine.</a:t>
          </a:r>
        </a:p>
      </dgm:t>
    </dgm:pt>
    <dgm:pt modelId="{3BD784A4-0784-4637-9F2E-42A9D925F5CD}" type="parTrans" cxnId="{F8A7FCBA-5C46-4C52-9C76-3F936A56808A}">
      <dgm:prSet/>
      <dgm:spPr/>
      <dgm:t>
        <a:bodyPr/>
        <a:lstStyle/>
        <a:p>
          <a:endParaRPr lang="en-US"/>
        </a:p>
      </dgm:t>
    </dgm:pt>
    <dgm:pt modelId="{65819B43-B68E-45FD-BEF5-5E54FE9E190F}" type="sibTrans" cxnId="{F8A7FCBA-5C46-4C52-9C76-3F936A56808A}">
      <dgm:prSet/>
      <dgm:spPr/>
      <dgm:t>
        <a:bodyPr/>
        <a:lstStyle/>
        <a:p>
          <a:endParaRPr lang="en-US"/>
        </a:p>
      </dgm:t>
    </dgm:pt>
    <dgm:pt modelId="{6BAA21DA-24BD-4703-AE4D-563065E8F6D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Ánh xạ Class Java sang Table MySQL qua @Entity.</a:t>
          </a:r>
        </a:p>
      </dgm:t>
    </dgm:pt>
    <dgm:pt modelId="{3EDF5E4A-5681-48FA-AA94-2E8FE7F8DB53}" type="parTrans" cxnId="{942732AC-DF8C-4943-A39F-084F1BFD5977}">
      <dgm:prSet/>
      <dgm:spPr/>
      <dgm:t>
        <a:bodyPr/>
        <a:lstStyle/>
        <a:p>
          <a:endParaRPr lang="en-US"/>
        </a:p>
      </dgm:t>
    </dgm:pt>
    <dgm:pt modelId="{84AA4385-186F-4934-BB06-617D10261FF9}" type="sibTrans" cxnId="{942732AC-DF8C-4943-A39F-084F1BFD5977}">
      <dgm:prSet/>
      <dgm:spPr/>
      <dgm:t>
        <a:bodyPr/>
        <a:lstStyle/>
        <a:p>
          <a:endParaRPr lang="en-US"/>
        </a:p>
      </dgm:t>
    </dgm:pt>
    <dgm:pt modelId="{3C6139EE-99BD-4E16-B36F-F1F47F1588C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Từ</a:t>
          </a:r>
          <a:r>
            <a:rPr lang="en-US" dirty="0"/>
            <a:t> "</a:t>
          </a:r>
          <a:r>
            <a:rPr lang="en-US" dirty="0" err="1"/>
            <a:t>Bản</a:t>
          </a:r>
          <a:r>
            <a:rPr lang="en-US" dirty="0"/>
            <a:t> </a:t>
          </a:r>
          <a:r>
            <a:rPr lang="en-US" dirty="0" err="1"/>
            <a:t>vẽ</a:t>
          </a:r>
          <a:r>
            <a:rPr lang="en-US" dirty="0"/>
            <a:t>" </a:t>
          </a:r>
          <a:r>
            <a:rPr lang="en-US" dirty="0" err="1"/>
            <a:t>đến</a:t>
          </a:r>
          <a:r>
            <a:rPr lang="en-US" dirty="0"/>
            <a:t> "</a:t>
          </a:r>
          <a:r>
            <a:rPr lang="en-US" dirty="0" err="1"/>
            <a:t>Thực</a:t>
          </a:r>
          <a:r>
            <a:rPr lang="en-US" dirty="0"/>
            <a:t> </a:t>
          </a:r>
          <a:r>
            <a:rPr lang="en-US" dirty="0" err="1"/>
            <a:t>tế</a:t>
          </a:r>
          <a:r>
            <a:rPr lang="en-US" dirty="0"/>
            <a:t>" </a:t>
          </a:r>
          <a:r>
            <a:rPr lang="en-US" dirty="0" err="1"/>
            <a:t>trên</a:t>
          </a:r>
          <a:r>
            <a:rPr lang="en-US" dirty="0"/>
            <a:t> VS Code.</a:t>
          </a:r>
        </a:p>
      </dgm:t>
    </dgm:pt>
    <dgm:pt modelId="{C35D90F6-902E-4048-ABC8-363A909CA810}" type="parTrans" cxnId="{688C3DB8-0654-41E6-B4AD-671FF1D64CE8}">
      <dgm:prSet/>
      <dgm:spPr/>
      <dgm:t>
        <a:bodyPr/>
        <a:lstStyle/>
        <a:p>
          <a:endParaRPr lang="en-US"/>
        </a:p>
      </dgm:t>
    </dgm:pt>
    <dgm:pt modelId="{88043E88-7185-4D37-B3F6-97500602ACEE}" type="sibTrans" cxnId="{688C3DB8-0654-41E6-B4AD-671FF1D64CE8}">
      <dgm:prSet/>
      <dgm:spPr/>
      <dgm:t>
        <a:bodyPr/>
        <a:lstStyle/>
        <a:p>
          <a:endParaRPr lang="en-US"/>
        </a:p>
      </dgm:t>
    </dgm:pt>
    <dgm:pt modelId="{23F1320B-5A12-4B15-9C71-2D0949763CB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Jakarta Persistence API (JPA) trên JDK 21.</a:t>
          </a:r>
          <a:endParaRPr lang="en-US" dirty="0"/>
        </a:p>
      </dgm:t>
    </dgm:pt>
    <dgm:pt modelId="{BBBBEE94-3270-4EC5-AE5E-62C8F5488288}" type="parTrans" cxnId="{BFBC7EB6-9D84-4584-9CF9-3650368E6CF0}">
      <dgm:prSet/>
      <dgm:spPr/>
      <dgm:t>
        <a:bodyPr/>
        <a:lstStyle/>
        <a:p>
          <a:endParaRPr lang="en-US"/>
        </a:p>
      </dgm:t>
    </dgm:pt>
    <dgm:pt modelId="{AC944028-5BF7-4BAA-B103-BE4A5F1CD3AE}" type="sibTrans" cxnId="{BFBC7EB6-9D84-4584-9CF9-3650368E6CF0}">
      <dgm:prSet/>
      <dgm:spPr/>
      <dgm:t>
        <a:bodyPr/>
        <a:lstStyle/>
        <a:p>
          <a:endParaRPr lang="en-US"/>
        </a:p>
      </dgm:t>
    </dgm:pt>
    <dgm:pt modelId="{9F89D1D2-1F8D-4B7B-A60C-6B732805499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Hệ thống tự động tạo bảng (Auto DDL) chính xác theo thiết kế.</a:t>
          </a:r>
          <a:endParaRPr lang="en-US" dirty="0"/>
        </a:p>
      </dgm:t>
    </dgm:pt>
    <dgm:pt modelId="{A997E8EE-4718-4E28-9FD3-E1064065D481}" type="parTrans" cxnId="{2F3825B2-52AC-4974-84FC-FF07354AD3A3}">
      <dgm:prSet/>
      <dgm:spPr/>
      <dgm:t>
        <a:bodyPr/>
        <a:lstStyle/>
        <a:p>
          <a:endParaRPr lang="en-US"/>
        </a:p>
      </dgm:t>
    </dgm:pt>
    <dgm:pt modelId="{26FAC212-26FD-439C-8CE3-789227DDE4CC}" type="sibTrans" cxnId="{2F3825B2-52AC-4974-84FC-FF07354AD3A3}">
      <dgm:prSet/>
      <dgm:spPr/>
      <dgm:t>
        <a:bodyPr/>
        <a:lstStyle/>
        <a:p>
          <a:endParaRPr lang="en-US"/>
        </a:p>
      </dgm:t>
    </dgm:pt>
    <dgm:pt modelId="{2BFB7D88-CA05-4FF8-BBBD-A2AB67605075}" type="pres">
      <dgm:prSet presAssocID="{0381A45F-C9AC-4994-9DF9-3C987345494B}" presName="root" presStyleCnt="0">
        <dgm:presLayoutVars>
          <dgm:dir/>
          <dgm:resizeHandles val="exact"/>
        </dgm:presLayoutVars>
      </dgm:prSet>
      <dgm:spPr/>
    </dgm:pt>
    <dgm:pt modelId="{D1F83B0E-DC99-43AE-88C1-2E251E557DAD}" type="pres">
      <dgm:prSet presAssocID="{9B42E54C-2497-4013-9DB6-D965B3ED6F8F}" presName="compNode" presStyleCnt="0"/>
      <dgm:spPr/>
    </dgm:pt>
    <dgm:pt modelId="{E8226780-8DD7-4390-94F0-66EB0A9FE4EE}" type="pres">
      <dgm:prSet presAssocID="{9B42E54C-2497-4013-9DB6-D965B3ED6F8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EF633F9-B0E6-4D8E-B40F-E5D1E273826E}" type="pres">
      <dgm:prSet presAssocID="{9B42E54C-2497-4013-9DB6-D965B3ED6F8F}" presName="iconSpace" presStyleCnt="0"/>
      <dgm:spPr/>
    </dgm:pt>
    <dgm:pt modelId="{98703EBE-53F9-4FCB-AD36-E9A210F8E0BE}" type="pres">
      <dgm:prSet presAssocID="{9B42E54C-2497-4013-9DB6-D965B3ED6F8F}" presName="parTx" presStyleLbl="revTx" presStyleIdx="0" presStyleCnt="8">
        <dgm:presLayoutVars>
          <dgm:chMax val="0"/>
          <dgm:chPref val="0"/>
        </dgm:presLayoutVars>
      </dgm:prSet>
      <dgm:spPr/>
    </dgm:pt>
    <dgm:pt modelId="{AD95F05C-1642-4BCE-9BA4-185D6ECE9F4F}" type="pres">
      <dgm:prSet presAssocID="{9B42E54C-2497-4013-9DB6-D965B3ED6F8F}" presName="txSpace" presStyleCnt="0"/>
      <dgm:spPr/>
    </dgm:pt>
    <dgm:pt modelId="{FFA95098-697C-470F-832E-15FC514ED14D}" type="pres">
      <dgm:prSet presAssocID="{9B42E54C-2497-4013-9DB6-D965B3ED6F8F}" presName="desTx" presStyleLbl="revTx" presStyleIdx="1" presStyleCnt="8">
        <dgm:presLayoutVars/>
      </dgm:prSet>
      <dgm:spPr/>
    </dgm:pt>
    <dgm:pt modelId="{2CF91135-26EC-40BE-9A3A-A98F19469470}" type="pres">
      <dgm:prSet presAssocID="{203B08BA-682A-4594-B49F-BDE70D31EFBD}" presName="sibTrans" presStyleCnt="0"/>
      <dgm:spPr/>
    </dgm:pt>
    <dgm:pt modelId="{A037BE85-1329-485E-BC12-C15414E1ED15}" type="pres">
      <dgm:prSet presAssocID="{3AD0EF0E-99F4-44D5-A9FD-966F1ADD5241}" presName="compNode" presStyleCnt="0"/>
      <dgm:spPr/>
    </dgm:pt>
    <dgm:pt modelId="{7042A6BE-A2CE-4061-A638-84E48A34370D}" type="pres">
      <dgm:prSet presAssocID="{3AD0EF0E-99F4-44D5-A9FD-966F1ADD5241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E6904DD5-3E50-45B0-B3B4-F3489D15BEFA}" type="pres">
      <dgm:prSet presAssocID="{3AD0EF0E-99F4-44D5-A9FD-966F1ADD5241}" presName="iconSpace" presStyleCnt="0"/>
      <dgm:spPr/>
    </dgm:pt>
    <dgm:pt modelId="{69AEF69D-413E-46F2-933A-3E4BF7EB327D}" type="pres">
      <dgm:prSet presAssocID="{3AD0EF0E-99F4-44D5-A9FD-966F1ADD5241}" presName="parTx" presStyleLbl="revTx" presStyleIdx="2" presStyleCnt="8">
        <dgm:presLayoutVars>
          <dgm:chMax val="0"/>
          <dgm:chPref val="0"/>
        </dgm:presLayoutVars>
      </dgm:prSet>
      <dgm:spPr/>
    </dgm:pt>
    <dgm:pt modelId="{108269BA-ADC0-4296-A035-29C2AC1F3B8A}" type="pres">
      <dgm:prSet presAssocID="{3AD0EF0E-99F4-44D5-A9FD-966F1ADD5241}" presName="txSpace" presStyleCnt="0"/>
      <dgm:spPr/>
    </dgm:pt>
    <dgm:pt modelId="{6F4E94CF-A0D0-4B40-AA4A-5776C4CCBD92}" type="pres">
      <dgm:prSet presAssocID="{3AD0EF0E-99F4-44D5-A9FD-966F1ADD5241}" presName="desTx" presStyleLbl="revTx" presStyleIdx="3" presStyleCnt="8">
        <dgm:presLayoutVars/>
      </dgm:prSet>
      <dgm:spPr/>
    </dgm:pt>
    <dgm:pt modelId="{021D86BF-12F7-4546-82D4-5A8E262372BB}" type="pres">
      <dgm:prSet presAssocID="{F5ED402B-BBC0-4EFC-97A3-8A81B5BCF86D}" presName="sibTrans" presStyleCnt="0"/>
      <dgm:spPr/>
    </dgm:pt>
    <dgm:pt modelId="{127C6AD1-BB32-4F43-B6BC-DDDF90F43454}" type="pres">
      <dgm:prSet presAssocID="{0F67BFE1-2E64-4967-8E80-19775F2FF0AE}" presName="compNode" presStyleCnt="0"/>
      <dgm:spPr/>
    </dgm:pt>
    <dgm:pt modelId="{23769F91-D807-4569-B381-E26CC3F51BF3}" type="pres">
      <dgm:prSet presAssocID="{0F67BFE1-2E64-4967-8E80-19775F2FF0AE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11E1E4B4-760C-47D1-B2BC-EDFBBED66E4E}" type="pres">
      <dgm:prSet presAssocID="{0F67BFE1-2E64-4967-8E80-19775F2FF0AE}" presName="iconSpace" presStyleCnt="0"/>
      <dgm:spPr/>
    </dgm:pt>
    <dgm:pt modelId="{C8B2950A-CBE8-40AC-A3DA-C085DAE6EFE5}" type="pres">
      <dgm:prSet presAssocID="{0F67BFE1-2E64-4967-8E80-19775F2FF0AE}" presName="parTx" presStyleLbl="revTx" presStyleIdx="4" presStyleCnt="8">
        <dgm:presLayoutVars>
          <dgm:chMax val="0"/>
          <dgm:chPref val="0"/>
        </dgm:presLayoutVars>
      </dgm:prSet>
      <dgm:spPr/>
    </dgm:pt>
    <dgm:pt modelId="{51492E68-9A73-49DA-9B31-2AD387C7A4CD}" type="pres">
      <dgm:prSet presAssocID="{0F67BFE1-2E64-4967-8E80-19775F2FF0AE}" presName="txSpace" presStyleCnt="0"/>
      <dgm:spPr/>
    </dgm:pt>
    <dgm:pt modelId="{10226D0D-D203-413F-8AAC-406BF7042C13}" type="pres">
      <dgm:prSet presAssocID="{0F67BFE1-2E64-4967-8E80-19775F2FF0AE}" presName="desTx" presStyleLbl="revTx" presStyleIdx="5" presStyleCnt="8">
        <dgm:presLayoutVars/>
      </dgm:prSet>
      <dgm:spPr/>
    </dgm:pt>
    <dgm:pt modelId="{81C312C8-B7A8-4465-88CC-42931D846CA6}" type="pres">
      <dgm:prSet presAssocID="{2C75D88F-19FB-48DE-AC41-D1AAE872F0E5}" presName="sibTrans" presStyleCnt="0"/>
      <dgm:spPr/>
    </dgm:pt>
    <dgm:pt modelId="{1BDDC087-3CC0-46D6-B890-F79F572D9596}" type="pres">
      <dgm:prSet presAssocID="{33C8B6E5-A6A2-4FD9-91D7-8AAA0A44457B}" presName="compNode" presStyleCnt="0"/>
      <dgm:spPr/>
    </dgm:pt>
    <dgm:pt modelId="{F1E5980D-3761-42F9-837C-4364F9A11652}" type="pres">
      <dgm:prSet presAssocID="{33C8B6E5-A6A2-4FD9-91D7-8AAA0A44457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A6EAEE0C-ECB7-4CAF-9857-EE4E2567E2CC}" type="pres">
      <dgm:prSet presAssocID="{33C8B6E5-A6A2-4FD9-91D7-8AAA0A44457B}" presName="iconSpace" presStyleCnt="0"/>
      <dgm:spPr/>
    </dgm:pt>
    <dgm:pt modelId="{73ACE37B-20ED-492C-8DAD-FDB846F79247}" type="pres">
      <dgm:prSet presAssocID="{33C8B6E5-A6A2-4FD9-91D7-8AAA0A44457B}" presName="parTx" presStyleLbl="revTx" presStyleIdx="6" presStyleCnt="8">
        <dgm:presLayoutVars>
          <dgm:chMax val="0"/>
          <dgm:chPref val="0"/>
        </dgm:presLayoutVars>
      </dgm:prSet>
      <dgm:spPr/>
    </dgm:pt>
    <dgm:pt modelId="{BF5A94A3-481C-4258-A8E9-AA6B37F1C73B}" type="pres">
      <dgm:prSet presAssocID="{33C8B6E5-A6A2-4FD9-91D7-8AAA0A44457B}" presName="txSpace" presStyleCnt="0"/>
      <dgm:spPr/>
    </dgm:pt>
    <dgm:pt modelId="{725A5EC0-C634-4922-BF99-0114E9D3922C}" type="pres">
      <dgm:prSet presAssocID="{33C8B6E5-A6A2-4FD9-91D7-8AAA0A44457B}" presName="desTx" presStyleLbl="revTx" presStyleIdx="7" presStyleCnt="8">
        <dgm:presLayoutVars/>
      </dgm:prSet>
      <dgm:spPr/>
    </dgm:pt>
  </dgm:ptLst>
  <dgm:cxnLst>
    <dgm:cxn modelId="{2BBA3D00-3038-4EFF-B020-D0B0B8327D9F}" type="presOf" srcId="{0C22BF64-D973-4572-ADB9-92E196F50CEC}" destId="{10226D0D-D203-413F-8AAC-406BF7042C13}" srcOrd="0" destOrd="1" presId="urn:microsoft.com/office/officeart/2018/5/layout/CenteredIconLabelDescriptionList"/>
    <dgm:cxn modelId="{A1A4CA04-193C-4202-8384-BB7EB5018CAF}" type="presOf" srcId="{6BAA21DA-24BD-4703-AE4D-563065E8F6DD}" destId="{10226D0D-D203-413F-8AAC-406BF7042C13}" srcOrd="0" destOrd="0" presId="urn:microsoft.com/office/officeart/2018/5/layout/CenteredIconLabelDescriptionList"/>
    <dgm:cxn modelId="{24CA2F2A-5601-45F6-BF78-AEB92FE2CD7A}" type="presOf" srcId="{9B42E54C-2497-4013-9DB6-D965B3ED6F8F}" destId="{98703EBE-53F9-4FCB-AD36-E9A210F8E0BE}" srcOrd="0" destOrd="0" presId="urn:microsoft.com/office/officeart/2018/5/layout/CenteredIconLabelDescriptionList"/>
    <dgm:cxn modelId="{ED67BD31-B967-4A6A-9380-4ACA1B03B519}" srcId="{0381A45F-C9AC-4994-9DF9-3C987345494B}" destId="{0F67BFE1-2E64-4967-8E80-19775F2FF0AE}" srcOrd="2" destOrd="0" parTransId="{1B29F3D9-DCB6-44B6-AB89-BE60BFBBD1D2}" sibTransId="{2C75D88F-19FB-48DE-AC41-D1AAE872F0E5}"/>
    <dgm:cxn modelId="{2CAAD75F-B0B9-429A-BCCD-DDFD726E72A4}" srcId="{0381A45F-C9AC-4994-9DF9-3C987345494B}" destId="{33C8B6E5-A6A2-4FD9-91D7-8AAA0A44457B}" srcOrd="3" destOrd="0" parTransId="{CBDDC435-B1A9-452D-8953-5BFB18A6D177}" sibTransId="{772C02D3-2455-41BC-949B-6C2A93DD9182}"/>
    <dgm:cxn modelId="{D3E00365-AB9E-488A-8CDB-154BFB69719C}" type="presOf" srcId="{3AD0EF0E-99F4-44D5-A9FD-966F1ADD5241}" destId="{69AEF69D-413E-46F2-933A-3E4BF7EB327D}" srcOrd="0" destOrd="0" presId="urn:microsoft.com/office/officeart/2018/5/layout/CenteredIconLabelDescriptionList"/>
    <dgm:cxn modelId="{C9DDFF50-92F1-4F2B-96DF-568921895A79}" type="presOf" srcId="{23F1320B-5A12-4B15-9C71-2D0949763CB1}" destId="{6F4E94CF-A0D0-4B40-AA4A-5776C4CCBD92}" srcOrd="0" destOrd="0" presId="urn:microsoft.com/office/officeart/2018/5/layout/CenteredIconLabelDescriptionList"/>
    <dgm:cxn modelId="{D5FBC583-1DD7-40D0-A82D-6111E7FB6A14}" srcId="{0381A45F-C9AC-4994-9DF9-3C987345494B}" destId="{9B42E54C-2497-4013-9DB6-D965B3ED6F8F}" srcOrd="0" destOrd="0" parTransId="{1396CBC4-63C3-4A05-8F01-1E2E6B7CCDA6}" sibTransId="{203B08BA-682A-4594-B49F-BDE70D31EFBD}"/>
    <dgm:cxn modelId="{B06BF49C-7A33-49F8-953E-0C33A85D3881}" type="presOf" srcId="{3C6139EE-99BD-4E16-B36F-F1F47F1588CC}" destId="{FFA95098-697C-470F-832E-15FC514ED14D}" srcOrd="0" destOrd="0" presId="urn:microsoft.com/office/officeart/2018/5/layout/CenteredIconLabelDescriptionList"/>
    <dgm:cxn modelId="{942732AC-DF8C-4943-A39F-084F1BFD5977}" srcId="{0F67BFE1-2E64-4967-8E80-19775F2FF0AE}" destId="{6BAA21DA-24BD-4703-AE4D-563065E8F6DD}" srcOrd="0" destOrd="0" parTransId="{3EDF5E4A-5681-48FA-AA94-2E8FE7F8DB53}" sibTransId="{84AA4385-186F-4934-BB06-617D10261FF9}"/>
    <dgm:cxn modelId="{2F3825B2-52AC-4974-84FC-FF07354AD3A3}" srcId="{33C8B6E5-A6A2-4FD9-91D7-8AAA0A44457B}" destId="{9F89D1D2-1F8D-4B7B-A60C-6B732805499C}" srcOrd="0" destOrd="0" parTransId="{A997E8EE-4718-4E28-9FD3-E1064065D481}" sibTransId="{26FAC212-26FD-439C-8CE3-789227DDE4CC}"/>
    <dgm:cxn modelId="{BFBC7EB6-9D84-4584-9CF9-3650368E6CF0}" srcId="{3AD0EF0E-99F4-44D5-A9FD-966F1ADD5241}" destId="{23F1320B-5A12-4B15-9C71-2D0949763CB1}" srcOrd="0" destOrd="0" parTransId="{BBBBEE94-3270-4EC5-AE5E-62C8F5488288}" sibTransId="{AC944028-5BF7-4BAA-B103-BE4A5F1CD3AE}"/>
    <dgm:cxn modelId="{688C3DB8-0654-41E6-B4AD-671FF1D64CE8}" srcId="{9B42E54C-2497-4013-9DB6-D965B3ED6F8F}" destId="{3C6139EE-99BD-4E16-B36F-F1F47F1588CC}" srcOrd="0" destOrd="0" parTransId="{C35D90F6-902E-4048-ABC8-363A909CA810}" sibTransId="{88043E88-7185-4D37-B3F6-97500602ACEE}"/>
    <dgm:cxn modelId="{B21866B9-B5E7-48E6-BDFE-FA4FC8718BBD}" srcId="{0381A45F-C9AC-4994-9DF9-3C987345494B}" destId="{3AD0EF0E-99F4-44D5-A9FD-966F1ADD5241}" srcOrd="1" destOrd="0" parTransId="{6B23B8BE-1168-4872-BEC3-B4C498BB03B8}" sibTransId="{F5ED402B-BBC0-4EFC-97A3-8A81B5BCF86D}"/>
    <dgm:cxn modelId="{F8A7FCBA-5C46-4C52-9C76-3F936A56808A}" srcId="{0F67BFE1-2E64-4967-8E80-19775F2FF0AE}" destId="{0C22BF64-D973-4572-ADB9-92E196F50CEC}" srcOrd="1" destOrd="0" parTransId="{3BD784A4-0784-4637-9F2E-42A9D925F5CD}" sibTransId="{65819B43-B68E-45FD-BEF5-5E54FE9E190F}"/>
    <dgm:cxn modelId="{0835F8E8-69F5-4F88-B41C-A8A8635CB1D4}" type="presOf" srcId="{0381A45F-C9AC-4994-9DF9-3C987345494B}" destId="{2BFB7D88-CA05-4FF8-BBBD-A2AB67605075}" srcOrd="0" destOrd="0" presId="urn:microsoft.com/office/officeart/2018/5/layout/CenteredIconLabelDescriptionList"/>
    <dgm:cxn modelId="{E51EB0E9-FEC8-43AC-A076-7344D4D92F22}" type="presOf" srcId="{9F89D1D2-1F8D-4B7B-A60C-6B732805499C}" destId="{725A5EC0-C634-4922-BF99-0114E9D3922C}" srcOrd="0" destOrd="0" presId="urn:microsoft.com/office/officeart/2018/5/layout/CenteredIconLabelDescriptionList"/>
    <dgm:cxn modelId="{6E56A2F0-C2CE-471F-82EB-3439A4116E85}" type="presOf" srcId="{33C8B6E5-A6A2-4FD9-91D7-8AAA0A44457B}" destId="{73ACE37B-20ED-492C-8DAD-FDB846F79247}" srcOrd="0" destOrd="0" presId="urn:microsoft.com/office/officeart/2018/5/layout/CenteredIconLabelDescriptionList"/>
    <dgm:cxn modelId="{0BAA49FB-003F-4D2C-937A-04D02CC7CF3B}" type="presOf" srcId="{0F67BFE1-2E64-4967-8E80-19775F2FF0AE}" destId="{C8B2950A-CBE8-40AC-A3DA-C085DAE6EFE5}" srcOrd="0" destOrd="0" presId="urn:microsoft.com/office/officeart/2018/5/layout/CenteredIconLabelDescriptionList"/>
    <dgm:cxn modelId="{A3EA92BF-4748-4AB9-9B9E-55A7B2B433BE}" type="presParOf" srcId="{2BFB7D88-CA05-4FF8-BBBD-A2AB67605075}" destId="{D1F83B0E-DC99-43AE-88C1-2E251E557DAD}" srcOrd="0" destOrd="0" presId="urn:microsoft.com/office/officeart/2018/5/layout/CenteredIconLabelDescriptionList"/>
    <dgm:cxn modelId="{6C2D5AD6-DDC1-4762-B12D-A2E5C3084AA5}" type="presParOf" srcId="{D1F83B0E-DC99-43AE-88C1-2E251E557DAD}" destId="{E8226780-8DD7-4390-94F0-66EB0A9FE4EE}" srcOrd="0" destOrd="0" presId="urn:microsoft.com/office/officeart/2018/5/layout/CenteredIconLabelDescriptionList"/>
    <dgm:cxn modelId="{B96B2788-8E4C-421C-A0F1-F502B37FCF14}" type="presParOf" srcId="{D1F83B0E-DC99-43AE-88C1-2E251E557DAD}" destId="{4EF633F9-B0E6-4D8E-B40F-E5D1E273826E}" srcOrd="1" destOrd="0" presId="urn:microsoft.com/office/officeart/2018/5/layout/CenteredIconLabelDescriptionList"/>
    <dgm:cxn modelId="{3CEDE88D-7B43-486F-9CF4-9F6D83E21560}" type="presParOf" srcId="{D1F83B0E-DC99-43AE-88C1-2E251E557DAD}" destId="{98703EBE-53F9-4FCB-AD36-E9A210F8E0BE}" srcOrd="2" destOrd="0" presId="urn:microsoft.com/office/officeart/2018/5/layout/CenteredIconLabelDescriptionList"/>
    <dgm:cxn modelId="{E52F601F-7A30-47B2-ADD5-4F55D042600E}" type="presParOf" srcId="{D1F83B0E-DC99-43AE-88C1-2E251E557DAD}" destId="{AD95F05C-1642-4BCE-9BA4-185D6ECE9F4F}" srcOrd="3" destOrd="0" presId="urn:microsoft.com/office/officeart/2018/5/layout/CenteredIconLabelDescriptionList"/>
    <dgm:cxn modelId="{6D113693-8D14-43FA-85C6-1641F4DC4254}" type="presParOf" srcId="{D1F83B0E-DC99-43AE-88C1-2E251E557DAD}" destId="{FFA95098-697C-470F-832E-15FC514ED14D}" srcOrd="4" destOrd="0" presId="urn:microsoft.com/office/officeart/2018/5/layout/CenteredIconLabelDescriptionList"/>
    <dgm:cxn modelId="{86ECCB3C-0538-492B-B822-15E8DA2ACF77}" type="presParOf" srcId="{2BFB7D88-CA05-4FF8-BBBD-A2AB67605075}" destId="{2CF91135-26EC-40BE-9A3A-A98F19469470}" srcOrd="1" destOrd="0" presId="urn:microsoft.com/office/officeart/2018/5/layout/CenteredIconLabelDescriptionList"/>
    <dgm:cxn modelId="{148F7FB2-D70B-44C9-A01D-B14AE0E096AA}" type="presParOf" srcId="{2BFB7D88-CA05-4FF8-BBBD-A2AB67605075}" destId="{A037BE85-1329-485E-BC12-C15414E1ED15}" srcOrd="2" destOrd="0" presId="urn:microsoft.com/office/officeart/2018/5/layout/CenteredIconLabelDescriptionList"/>
    <dgm:cxn modelId="{4771F985-4FD1-42A7-A541-B467F0F5FC5C}" type="presParOf" srcId="{A037BE85-1329-485E-BC12-C15414E1ED15}" destId="{7042A6BE-A2CE-4061-A638-84E48A34370D}" srcOrd="0" destOrd="0" presId="urn:microsoft.com/office/officeart/2018/5/layout/CenteredIconLabelDescriptionList"/>
    <dgm:cxn modelId="{D12D7CB9-8416-4736-8DEA-7B7D6C3709BF}" type="presParOf" srcId="{A037BE85-1329-485E-BC12-C15414E1ED15}" destId="{E6904DD5-3E50-45B0-B3B4-F3489D15BEFA}" srcOrd="1" destOrd="0" presId="urn:microsoft.com/office/officeart/2018/5/layout/CenteredIconLabelDescriptionList"/>
    <dgm:cxn modelId="{173205A9-7A46-4671-BEF2-5E17895414C9}" type="presParOf" srcId="{A037BE85-1329-485E-BC12-C15414E1ED15}" destId="{69AEF69D-413E-46F2-933A-3E4BF7EB327D}" srcOrd="2" destOrd="0" presId="urn:microsoft.com/office/officeart/2018/5/layout/CenteredIconLabelDescriptionList"/>
    <dgm:cxn modelId="{1E42EB8B-E2FB-469A-893E-D00F676F14DE}" type="presParOf" srcId="{A037BE85-1329-485E-BC12-C15414E1ED15}" destId="{108269BA-ADC0-4296-A035-29C2AC1F3B8A}" srcOrd="3" destOrd="0" presId="urn:microsoft.com/office/officeart/2018/5/layout/CenteredIconLabelDescriptionList"/>
    <dgm:cxn modelId="{B25D0B06-97FB-4C07-9889-D192CE0ACAB7}" type="presParOf" srcId="{A037BE85-1329-485E-BC12-C15414E1ED15}" destId="{6F4E94CF-A0D0-4B40-AA4A-5776C4CCBD92}" srcOrd="4" destOrd="0" presId="urn:microsoft.com/office/officeart/2018/5/layout/CenteredIconLabelDescriptionList"/>
    <dgm:cxn modelId="{EFE43275-1E3D-43E4-B889-16C91D13E94F}" type="presParOf" srcId="{2BFB7D88-CA05-4FF8-BBBD-A2AB67605075}" destId="{021D86BF-12F7-4546-82D4-5A8E262372BB}" srcOrd="3" destOrd="0" presId="urn:microsoft.com/office/officeart/2018/5/layout/CenteredIconLabelDescriptionList"/>
    <dgm:cxn modelId="{C797487C-CB25-452F-AE66-B3889DDBA41D}" type="presParOf" srcId="{2BFB7D88-CA05-4FF8-BBBD-A2AB67605075}" destId="{127C6AD1-BB32-4F43-B6BC-DDDF90F43454}" srcOrd="4" destOrd="0" presId="urn:microsoft.com/office/officeart/2018/5/layout/CenteredIconLabelDescriptionList"/>
    <dgm:cxn modelId="{6B502FC6-7A97-4F85-ACEF-14C9A9CFB18B}" type="presParOf" srcId="{127C6AD1-BB32-4F43-B6BC-DDDF90F43454}" destId="{23769F91-D807-4569-B381-E26CC3F51BF3}" srcOrd="0" destOrd="0" presId="urn:microsoft.com/office/officeart/2018/5/layout/CenteredIconLabelDescriptionList"/>
    <dgm:cxn modelId="{DC4A6A88-57EB-4037-B6C5-F23A6B5B4B1F}" type="presParOf" srcId="{127C6AD1-BB32-4F43-B6BC-DDDF90F43454}" destId="{11E1E4B4-760C-47D1-B2BC-EDFBBED66E4E}" srcOrd="1" destOrd="0" presId="urn:microsoft.com/office/officeart/2018/5/layout/CenteredIconLabelDescriptionList"/>
    <dgm:cxn modelId="{0FF64490-A227-4B1A-9C04-FFA667FFAA52}" type="presParOf" srcId="{127C6AD1-BB32-4F43-B6BC-DDDF90F43454}" destId="{C8B2950A-CBE8-40AC-A3DA-C085DAE6EFE5}" srcOrd="2" destOrd="0" presId="urn:microsoft.com/office/officeart/2018/5/layout/CenteredIconLabelDescriptionList"/>
    <dgm:cxn modelId="{9133DF2E-6C35-4FCC-9486-215F1399DF43}" type="presParOf" srcId="{127C6AD1-BB32-4F43-B6BC-DDDF90F43454}" destId="{51492E68-9A73-49DA-9B31-2AD387C7A4CD}" srcOrd="3" destOrd="0" presId="urn:microsoft.com/office/officeart/2018/5/layout/CenteredIconLabelDescriptionList"/>
    <dgm:cxn modelId="{388F313D-B610-40E3-A431-B019B71F335A}" type="presParOf" srcId="{127C6AD1-BB32-4F43-B6BC-DDDF90F43454}" destId="{10226D0D-D203-413F-8AAC-406BF7042C13}" srcOrd="4" destOrd="0" presId="urn:microsoft.com/office/officeart/2018/5/layout/CenteredIconLabelDescriptionList"/>
    <dgm:cxn modelId="{D4C41705-5D10-42E2-9AE2-931F083A58D8}" type="presParOf" srcId="{2BFB7D88-CA05-4FF8-BBBD-A2AB67605075}" destId="{81C312C8-B7A8-4465-88CC-42931D846CA6}" srcOrd="5" destOrd="0" presId="urn:microsoft.com/office/officeart/2018/5/layout/CenteredIconLabelDescriptionList"/>
    <dgm:cxn modelId="{416556FD-9212-4C9C-BB40-12A46013214F}" type="presParOf" srcId="{2BFB7D88-CA05-4FF8-BBBD-A2AB67605075}" destId="{1BDDC087-3CC0-46D6-B890-F79F572D9596}" srcOrd="6" destOrd="0" presId="urn:microsoft.com/office/officeart/2018/5/layout/CenteredIconLabelDescriptionList"/>
    <dgm:cxn modelId="{8EB939AF-C06A-4801-AF42-795BCE7889D6}" type="presParOf" srcId="{1BDDC087-3CC0-46D6-B890-F79F572D9596}" destId="{F1E5980D-3761-42F9-837C-4364F9A11652}" srcOrd="0" destOrd="0" presId="urn:microsoft.com/office/officeart/2018/5/layout/CenteredIconLabelDescriptionList"/>
    <dgm:cxn modelId="{24A519BA-CDE8-4C51-9855-2C708C8496C6}" type="presParOf" srcId="{1BDDC087-3CC0-46D6-B890-F79F572D9596}" destId="{A6EAEE0C-ECB7-4CAF-9857-EE4E2567E2CC}" srcOrd="1" destOrd="0" presId="urn:microsoft.com/office/officeart/2018/5/layout/CenteredIconLabelDescriptionList"/>
    <dgm:cxn modelId="{9F7D28C0-37A2-497E-A3B6-15C7B4FF27F4}" type="presParOf" srcId="{1BDDC087-3CC0-46D6-B890-F79F572D9596}" destId="{73ACE37B-20ED-492C-8DAD-FDB846F79247}" srcOrd="2" destOrd="0" presId="urn:microsoft.com/office/officeart/2018/5/layout/CenteredIconLabelDescriptionList"/>
    <dgm:cxn modelId="{7E1A39C4-0F8D-4C94-AF61-833517DA1A23}" type="presParOf" srcId="{1BDDC087-3CC0-46D6-B890-F79F572D9596}" destId="{BF5A94A3-481C-4258-A8E9-AA6B37F1C73B}" srcOrd="3" destOrd="0" presId="urn:microsoft.com/office/officeart/2018/5/layout/CenteredIconLabelDescriptionList"/>
    <dgm:cxn modelId="{ECC264F0-AED8-424F-BB6B-4EAF5981E4ED}" type="presParOf" srcId="{1BDDC087-3CC0-46D6-B890-F79F572D9596}" destId="{725A5EC0-C634-4922-BF99-0114E9D3922C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AC01F5-9F9D-4EAC-830D-52178DDB598A}">
      <dsp:nvSpPr>
        <dsp:cNvPr id="0" name=""/>
        <dsp:cNvSpPr/>
      </dsp:nvSpPr>
      <dsp:spPr>
        <a:xfrm>
          <a:off x="0" y="1043867"/>
          <a:ext cx="10576558" cy="208773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58420" cap="flat" cmpd="thickThin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kern="1200"/>
            <a:t>Nội dung chính:</a:t>
          </a:r>
          <a:endParaRPr lang="en-US" sz="31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Thiết kế ERD chuẩn hóa cho ngành thời trang truyền thống.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Thiết lập chiến lược </a:t>
          </a:r>
          <a:r>
            <a:rPr lang="en-US" sz="2400" b="1" kern="1200"/>
            <a:t>Offline-First</a:t>
          </a:r>
          <a:r>
            <a:rPr lang="en-US" sz="2400" kern="1200"/>
            <a:t> với định danh </a:t>
          </a:r>
          <a:r>
            <a:rPr lang="en-US" sz="2400" b="1" kern="1200"/>
            <a:t>UUID</a:t>
          </a:r>
          <a:r>
            <a:rPr lang="en-US" sz="2400" kern="1200"/>
            <a:t>.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Cấu hình tầng Persistence với </a:t>
          </a:r>
          <a:r>
            <a:rPr lang="en-US" sz="2400" b="1" kern="1200"/>
            <a:t>Spring Data JPA &amp; Hibernate 6</a:t>
          </a:r>
          <a:r>
            <a:rPr lang="en-US" sz="2400" kern="1200"/>
            <a:t>.</a:t>
          </a:r>
        </a:p>
      </dsp:txBody>
      <dsp:txXfrm>
        <a:off x="61148" y="1105015"/>
        <a:ext cx="10454262" cy="19654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5DB8C5-4CCD-4220-AF64-7E4A81948EEA}">
      <dsp:nvSpPr>
        <dsp:cNvPr id="0" name=""/>
        <dsp:cNvSpPr/>
      </dsp:nvSpPr>
      <dsp:spPr>
        <a:xfrm>
          <a:off x="2115311" y="366"/>
          <a:ext cx="8461246" cy="202656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172" tIns="514749" rIns="164172" bIns="514749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i="0" kern="1200" baseline="0"/>
            <a:t>Product:</a:t>
          </a:r>
          <a:r>
            <a:rPr lang="en-US" sz="2100" b="0" i="0" kern="1200" baseline="0"/>
            <a:t> Lưu thông tin gốc.</a:t>
          </a:r>
          <a:endParaRPr lang="en-US" sz="2100" kern="1200"/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i="0" kern="1200" baseline="0"/>
            <a:t>Product_Variant:</a:t>
          </a:r>
          <a:r>
            <a:rPr lang="en-US" sz="2100" b="0" i="0" kern="1200" baseline="0"/>
            <a:t> Lưu sự kết hợp giữa Size (S-8X), Chất liệu (Gấm, Lụa) và Hoa văn.</a:t>
          </a:r>
          <a:endParaRPr lang="en-US" sz="2100" kern="1200"/>
        </a:p>
      </dsp:txBody>
      <dsp:txXfrm>
        <a:off x="2115311" y="366"/>
        <a:ext cx="8461246" cy="2026569"/>
      </dsp:txXfrm>
    </dsp:sp>
    <dsp:sp modelId="{63A4F765-93F0-449F-8450-2E1CC26626FF}">
      <dsp:nvSpPr>
        <dsp:cNvPr id="0" name=""/>
        <dsp:cNvSpPr/>
      </dsp:nvSpPr>
      <dsp:spPr>
        <a:xfrm>
          <a:off x="0" y="366"/>
          <a:ext cx="2115311" cy="202656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11935" tIns="200180" rIns="111935" bIns="20018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baseline="0"/>
            <a:t>Thực thể chính:</a:t>
          </a:r>
          <a:endParaRPr lang="en-US" sz="2600" kern="1200"/>
        </a:p>
      </dsp:txBody>
      <dsp:txXfrm>
        <a:off x="0" y="366"/>
        <a:ext cx="2115311" cy="2026569"/>
      </dsp:txXfrm>
    </dsp:sp>
    <dsp:sp modelId="{B6E1CAFD-1968-491E-8F5E-EB1A18C335C8}">
      <dsp:nvSpPr>
        <dsp:cNvPr id="0" name=""/>
        <dsp:cNvSpPr/>
      </dsp:nvSpPr>
      <dsp:spPr>
        <a:xfrm>
          <a:off x="2115311" y="2148531"/>
          <a:ext cx="8461246" cy="2026569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4172" tIns="514749" rIns="164172" bIns="514749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baseline="0"/>
            <a:t>Sử dụng </a:t>
          </a:r>
          <a:r>
            <a:rPr lang="en-US" sz="2100" b="1" i="0" kern="1200" baseline="0"/>
            <a:t>UUID</a:t>
          </a:r>
          <a:r>
            <a:rPr lang="en-US" sz="2100" b="0" i="0" kern="1200" baseline="0"/>
            <a:t> làm Khóa chính (Primary Key) để tránh xung đột khi đồng bộ dữ liệu.</a:t>
          </a:r>
          <a:endParaRPr lang="en-US" sz="2100" kern="1200"/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baseline="0"/>
            <a:t>Trường </a:t>
          </a:r>
          <a:r>
            <a:rPr lang="en-US" sz="2100" b="1" i="0" kern="1200" baseline="0"/>
            <a:t>Version</a:t>
          </a:r>
          <a:r>
            <a:rPr lang="en-US" sz="2100" b="0" i="0" kern="1200" baseline="0"/>
            <a:t> để xử lý tranh chấp dữ liệu (Optimistic Locking).</a:t>
          </a:r>
          <a:endParaRPr lang="en-US" sz="2100" kern="1200"/>
        </a:p>
      </dsp:txBody>
      <dsp:txXfrm>
        <a:off x="2115311" y="2148531"/>
        <a:ext cx="8461246" cy="2026569"/>
      </dsp:txXfrm>
    </dsp:sp>
    <dsp:sp modelId="{86380936-C1A7-4F03-B6DF-2F7C1F1E81F8}">
      <dsp:nvSpPr>
        <dsp:cNvPr id="0" name=""/>
        <dsp:cNvSpPr/>
      </dsp:nvSpPr>
      <dsp:spPr>
        <a:xfrm>
          <a:off x="0" y="2148531"/>
          <a:ext cx="2115311" cy="202656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11935" tIns="200180" rIns="111935" bIns="20018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baseline="0"/>
            <a:t>Kỹ thuật đặc biệt:</a:t>
          </a:r>
          <a:endParaRPr lang="en-US" sz="2600" kern="1200"/>
        </a:p>
      </dsp:txBody>
      <dsp:txXfrm>
        <a:off x="0" y="2148531"/>
        <a:ext cx="2115311" cy="20265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2DC5E5-0A24-4AA0-ADEF-FF4B3F4C7BE5}">
      <dsp:nvSpPr>
        <dsp:cNvPr id="0" name=""/>
        <dsp:cNvSpPr/>
      </dsp:nvSpPr>
      <dsp:spPr>
        <a:xfrm>
          <a:off x="0" y="509"/>
          <a:ext cx="1057655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66310F97-DA57-487B-B14D-856E21782C14}">
      <dsp:nvSpPr>
        <dsp:cNvPr id="0" name=""/>
        <dsp:cNvSpPr/>
      </dsp:nvSpPr>
      <dsp:spPr>
        <a:xfrm>
          <a:off x="0" y="509"/>
          <a:ext cx="2115311" cy="8348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900" b="1" kern="1200" dirty="0"/>
            <a:t>Chủ đề:</a:t>
          </a:r>
          <a:endParaRPr lang="en-US" sz="1900" kern="1200" dirty="0"/>
        </a:p>
      </dsp:txBody>
      <dsp:txXfrm>
        <a:off x="0" y="509"/>
        <a:ext cx="2115311" cy="834889"/>
      </dsp:txXfrm>
    </dsp:sp>
    <dsp:sp modelId="{95A4A4EE-3A68-4515-AF96-B85EC874A542}">
      <dsp:nvSpPr>
        <dsp:cNvPr id="0" name=""/>
        <dsp:cNvSpPr/>
      </dsp:nvSpPr>
      <dsp:spPr>
        <a:xfrm>
          <a:off x="2273959" y="38422"/>
          <a:ext cx="8302598" cy="758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100" kern="1200"/>
            <a:t>Tầm nhìn dài hạn cho 30 tuần phát triển.</a:t>
          </a:r>
          <a:endParaRPr lang="en-US" sz="2100" kern="1200" dirty="0"/>
        </a:p>
      </dsp:txBody>
      <dsp:txXfrm>
        <a:off x="2273959" y="38422"/>
        <a:ext cx="8302598" cy="758249"/>
      </dsp:txXfrm>
    </dsp:sp>
    <dsp:sp modelId="{85A0B77C-B87B-4EA2-884F-A75D87FBE3A6}">
      <dsp:nvSpPr>
        <dsp:cNvPr id="0" name=""/>
        <dsp:cNvSpPr/>
      </dsp:nvSpPr>
      <dsp:spPr>
        <a:xfrm>
          <a:off x="2115311" y="796671"/>
          <a:ext cx="84612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8A491938-2849-4D3D-8E0D-F3C5DF89D68B}">
      <dsp:nvSpPr>
        <dsp:cNvPr id="0" name=""/>
        <dsp:cNvSpPr/>
      </dsp:nvSpPr>
      <dsp:spPr>
        <a:xfrm>
          <a:off x="0" y="835399"/>
          <a:ext cx="1057655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88D82E2-C71A-4768-B55C-09DBF246A339}">
      <dsp:nvSpPr>
        <dsp:cNvPr id="0" name=""/>
        <dsp:cNvSpPr/>
      </dsp:nvSpPr>
      <dsp:spPr>
        <a:xfrm>
          <a:off x="0" y="835399"/>
          <a:ext cx="2115311" cy="8348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900" b="1" kern="1200" dirty="0"/>
            <a:t>Phân hệ AI (Computer Vision):</a:t>
          </a:r>
          <a:endParaRPr lang="en-US" sz="1900" kern="1200" dirty="0"/>
        </a:p>
      </dsp:txBody>
      <dsp:txXfrm>
        <a:off x="0" y="835399"/>
        <a:ext cx="2115311" cy="834889"/>
      </dsp:txXfrm>
    </dsp:sp>
    <dsp:sp modelId="{E3B20C10-91A8-4C16-9D5A-5C868811AF5A}">
      <dsp:nvSpPr>
        <dsp:cNvPr id="0" name=""/>
        <dsp:cNvSpPr/>
      </dsp:nvSpPr>
      <dsp:spPr>
        <a:xfrm>
          <a:off x="2273959" y="873311"/>
          <a:ext cx="8302598" cy="758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100" kern="1200"/>
            <a:t>Bảng Product_Image với trường ai_metadata lưu kết quả quét vải từ YOLOv8.</a:t>
          </a:r>
          <a:endParaRPr lang="en-US" sz="2100" kern="1200" dirty="0"/>
        </a:p>
      </dsp:txBody>
      <dsp:txXfrm>
        <a:off x="2273959" y="873311"/>
        <a:ext cx="8302598" cy="758249"/>
      </dsp:txXfrm>
    </dsp:sp>
    <dsp:sp modelId="{EB1A843C-97C0-4B66-9684-24A455FD5147}">
      <dsp:nvSpPr>
        <dsp:cNvPr id="0" name=""/>
        <dsp:cNvSpPr/>
      </dsp:nvSpPr>
      <dsp:spPr>
        <a:xfrm>
          <a:off x="2115311" y="1631561"/>
          <a:ext cx="84612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2C0543FD-379E-4CEB-B04A-C3608D972D01}">
      <dsp:nvSpPr>
        <dsp:cNvPr id="0" name=""/>
        <dsp:cNvSpPr/>
      </dsp:nvSpPr>
      <dsp:spPr>
        <a:xfrm>
          <a:off x="0" y="1670289"/>
          <a:ext cx="1057655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048FCE6-52E4-4FCD-A88B-BC56A55EE07A}">
      <dsp:nvSpPr>
        <dsp:cNvPr id="0" name=""/>
        <dsp:cNvSpPr/>
      </dsp:nvSpPr>
      <dsp:spPr>
        <a:xfrm>
          <a:off x="0" y="1670289"/>
          <a:ext cx="2115311" cy="8348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900" b="1" kern="1200" dirty="0"/>
            <a:t>Phân hệ Tailor (Mạng lưới thợ):</a:t>
          </a:r>
          <a:endParaRPr lang="en-US" sz="1900" kern="1200" dirty="0"/>
        </a:p>
      </dsp:txBody>
      <dsp:txXfrm>
        <a:off x="0" y="1670289"/>
        <a:ext cx="2115311" cy="834889"/>
      </dsp:txXfrm>
    </dsp:sp>
    <dsp:sp modelId="{D6A83296-8F64-45D9-9C23-53BEE819B69A}">
      <dsp:nvSpPr>
        <dsp:cNvPr id="0" name=""/>
        <dsp:cNvSpPr/>
      </dsp:nvSpPr>
      <dsp:spPr>
        <a:xfrm>
          <a:off x="2273959" y="1708201"/>
          <a:ext cx="8302598" cy="758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100" kern="1200"/>
            <a:t>Bảng Tailor_Profile kết nối thợ may phi tập trung.</a:t>
          </a:r>
          <a:endParaRPr lang="en-US" sz="2100" kern="1200" dirty="0"/>
        </a:p>
      </dsp:txBody>
      <dsp:txXfrm>
        <a:off x="2273959" y="1708201"/>
        <a:ext cx="8302598" cy="758249"/>
      </dsp:txXfrm>
    </dsp:sp>
    <dsp:sp modelId="{517DFF7B-47E8-4A7F-AF54-0C742BC3A619}">
      <dsp:nvSpPr>
        <dsp:cNvPr id="0" name=""/>
        <dsp:cNvSpPr/>
      </dsp:nvSpPr>
      <dsp:spPr>
        <a:xfrm>
          <a:off x="2115311" y="2466451"/>
          <a:ext cx="84612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EA87E13D-EFC8-4579-98C0-EFAF9CFD67FC}">
      <dsp:nvSpPr>
        <dsp:cNvPr id="0" name=""/>
        <dsp:cNvSpPr/>
      </dsp:nvSpPr>
      <dsp:spPr>
        <a:xfrm>
          <a:off x="0" y="2505178"/>
          <a:ext cx="1057655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4C3854F0-FFB2-4AA9-A0AF-1E06E6E7622B}">
      <dsp:nvSpPr>
        <dsp:cNvPr id="0" name=""/>
        <dsp:cNvSpPr/>
      </dsp:nvSpPr>
      <dsp:spPr>
        <a:xfrm>
          <a:off x="0" y="2505178"/>
          <a:ext cx="2115311" cy="8348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900" b="1" kern="1200" dirty="0"/>
            <a:t>Phân hệ Customer:</a:t>
          </a:r>
          <a:endParaRPr lang="en-US" sz="1900" kern="1200" dirty="0"/>
        </a:p>
      </dsp:txBody>
      <dsp:txXfrm>
        <a:off x="0" y="2505178"/>
        <a:ext cx="2115311" cy="834889"/>
      </dsp:txXfrm>
    </dsp:sp>
    <dsp:sp modelId="{67B9708B-4FCB-4824-B7E5-6533FDBFBF2A}">
      <dsp:nvSpPr>
        <dsp:cNvPr id="0" name=""/>
        <dsp:cNvSpPr/>
      </dsp:nvSpPr>
      <dsp:spPr>
        <a:xfrm>
          <a:off x="2273959" y="2543091"/>
          <a:ext cx="8302598" cy="758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100" kern="1200"/>
            <a:t>Lưu trữ hồ sơ số đo (Body measurements) để tư vấn size tự động.</a:t>
          </a:r>
          <a:endParaRPr lang="en-US" sz="2100" kern="1200" dirty="0"/>
        </a:p>
      </dsp:txBody>
      <dsp:txXfrm>
        <a:off x="2273959" y="2543091"/>
        <a:ext cx="8302598" cy="758249"/>
      </dsp:txXfrm>
    </dsp:sp>
    <dsp:sp modelId="{3BBC176C-D99E-4DA0-A6DF-3DDBFF27076A}">
      <dsp:nvSpPr>
        <dsp:cNvPr id="0" name=""/>
        <dsp:cNvSpPr/>
      </dsp:nvSpPr>
      <dsp:spPr>
        <a:xfrm>
          <a:off x="2115311" y="3301340"/>
          <a:ext cx="84612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000F0312-DD87-4ECE-A48E-5D34C4D82EBB}">
      <dsp:nvSpPr>
        <dsp:cNvPr id="0" name=""/>
        <dsp:cNvSpPr/>
      </dsp:nvSpPr>
      <dsp:spPr>
        <a:xfrm>
          <a:off x="0" y="3340068"/>
          <a:ext cx="10576558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3AF2CC5-2006-4177-B1FC-3B14328761B9}">
      <dsp:nvSpPr>
        <dsp:cNvPr id="0" name=""/>
        <dsp:cNvSpPr/>
      </dsp:nvSpPr>
      <dsp:spPr>
        <a:xfrm>
          <a:off x="0" y="3340068"/>
          <a:ext cx="2115311" cy="8348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1900" b="1" kern="1200" dirty="0"/>
            <a:t>Hình ảnh gợi ý:</a:t>
          </a:r>
          <a:endParaRPr lang="en-US" sz="1900" kern="1200" dirty="0"/>
        </a:p>
      </dsp:txBody>
      <dsp:txXfrm>
        <a:off x="0" y="3340068"/>
        <a:ext cx="2115311" cy="834889"/>
      </dsp:txXfrm>
    </dsp:sp>
    <dsp:sp modelId="{36691E75-D011-49FB-82AD-CD8A7580785D}">
      <dsp:nvSpPr>
        <dsp:cNvPr id="0" name=""/>
        <dsp:cNvSpPr/>
      </dsp:nvSpPr>
      <dsp:spPr>
        <a:xfrm>
          <a:off x="2273959" y="3377981"/>
          <a:ext cx="8302598" cy="758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sz="2100" kern="1200"/>
            <a:t>Sơ đồ 4 cụm màu: Sản phẩm, Bán hàng, Thợ may và AI System.</a:t>
          </a:r>
          <a:endParaRPr lang="en-US" sz="2100" kern="1200" dirty="0"/>
        </a:p>
      </dsp:txBody>
      <dsp:txXfrm>
        <a:off x="2273959" y="3377981"/>
        <a:ext cx="8302598" cy="758249"/>
      </dsp:txXfrm>
    </dsp:sp>
    <dsp:sp modelId="{0D9712A9-1A45-43DD-BFB7-ECAD62933BBA}">
      <dsp:nvSpPr>
        <dsp:cNvPr id="0" name=""/>
        <dsp:cNvSpPr/>
      </dsp:nvSpPr>
      <dsp:spPr>
        <a:xfrm>
          <a:off x="2115311" y="4136230"/>
          <a:ext cx="84612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226780-8DD7-4390-94F0-66EB0A9FE4EE}">
      <dsp:nvSpPr>
        <dsp:cNvPr id="0" name=""/>
        <dsp:cNvSpPr/>
      </dsp:nvSpPr>
      <dsp:spPr>
        <a:xfrm>
          <a:off x="759978" y="851913"/>
          <a:ext cx="818015" cy="81801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714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703EBE-53F9-4FCB-AD36-E9A210F8E0BE}">
      <dsp:nvSpPr>
        <dsp:cNvPr id="0" name=""/>
        <dsp:cNvSpPr/>
      </dsp:nvSpPr>
      <dsp:spPr>
        <a:xfrm>
          <a:off x="392" y="1776209"/>
          <a:ext cx="2337187" cy="350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200" b="1" kern="1200"/>
            <a:t>Chủ đề:</a:t>
          </a:r>
          <a:endParaRPr lang="en-US" sz="2200" kern="1200"/>
        </a:p>
      </dsp:txBody>
      <dsp:txXfrm>
        <a:off x="392" y="1776209"/>
        <a:ext cx="2337187" cy="350578"/>
      </dsp:txXfrm>
    </dsp:sp>
    <dsp:sp modelId="{FFA95098-697C-470F-832E-15FC514ED14D}">
      <dsp:nvSpPr>
        <dsp:cNvPr id="0" name=""/>
        <dsp:cNvSpPr/>
      </dsp:nvSpPr>
      <dsp:spPr>
        <a:xfrm>
          <a:off x="392" y="2176220"/>
          <a:ext cx="2337187" cy="1147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 err="1"/>
            <a:t>Từ</a:t>
          </a:r>
          <a:r>
            <a:rPr lang="en-US" sz="1700" kern="1200" dirty="0"/>
            <a:t> "</a:t>
          </a:r>
          <a:r>
            <a:rPr lang="en-US" sz="1700" kern="1200" dirty="0" err="1"/>
            <a:t>Bản</a:t>
          </a:r>
          <a:r>
            <a:rPr lang="en-US" sz="1700" kern="1200" dirty="0"/>
            <a:t> </a:t>
          </a:r>
          <a:r>
            <a:rPr lang="en-US" sz="1700" kern="1200" dirty="0" err="1"/>
            <a:t>vẽ</a:t>
          </a:r>
          <a:r>
            <a:rPr lang="en-US" sz="1700" kern="1200" dirty="0"/>
            <a:t>" </a:t>
          </a:r>
          <a:r>
            <a:rPr lang="en-US" sz="1700" kern="1200" dirty="0" err="1"/>
            <a:t>đến</a:t>
          </a:r>
          <a:r>
            <a:rPr lang="en-US" sz="1700" kern="1200" dirty="0"/>
            <a:t> "</a:t>
          </a:r>
          <a:r>
            <a:rPr lang="en-US" sz="1700" kern="1200" dirty="0" err="1"/>
            <a:t>Thực</a:t>
          </a:r>
          <a:r>
            <a:rPr lang="en-US" sz="1700" kern="1200" dirty="0"/>
            <a:t> </a:t>
          </a:r>
          <a:r>
            <a:rPr lang="en-US" sz="1700" kern="1200" dirty="0" err="1"/>
            <a:t>tế</a:t>
          </a:r>
          <a:r>
            <a:rPr lang="en-US" sz="1700" kern="1200" dirty="0"/>
            <a:t>" </a:t>
          </a:r>
          <a:r>
            <a:rPr lang="en-US" sz="1700" kern="1200" dirty="0" err="1"/>
            <a:t>trên</a:t>
          </a:r>
          <a:r>
            <a:rPr lang="en-US" sz="1700" kern="1200" dirty="0"/>
            <a:t> VS Code.</a:t>
          </a:r>
        </a:p>
      </dsp:txBody>
      <dsp:txXfrm>
        <a:off x="392" y="2176220"/>
        <a:ext cx="2337187" cy="1147333"/>
      </dsp:txXfrm>
    </dsp:sp>
    <dsp:sp modelId="{7042A6BE-A2CE-4061-A638-84E48A34370D}">
      <dsp:nvSpPr>
        <dsp:cNvPr id="0" name=""/>
        <dsp:cNvSpPr/>
      </dsp:nvSpPr>
      <dsp:spPr>
        <a:xfrm>
          <a:off x="3506173" y="851913"/>
          <a:ext cx="818015" cy="81801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714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AEF69D-413E-46F2-933A-3E4BF7EB327D}">
      <dsp:nvSpPr>
        <dsp:cNvPr id="0" name=""/>
        <dsp:cNvSpPr/>
      </dsp:nvSpPr>
      <dsp:spPr>
        <a:xfrm>
          <a:off x="2746587" y="1776209"/>
          <a:ext cx="2337187" cy="350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200" b="1" kern="1200"/>
            <a:t>Công nghệ:</a:t>
          </a:r>
          <a:endParaRPr lang="en-US" sz="2200" kern="1200"/>
        </a:p>
      </dsp:txBody>
      <dsp:txXfrm>
        <a:off x="2746587" y="1776209"/>
        <a:ext cx="2337187" cy="350578"/>
      </dsp:txXfrm>
    </dsp:sp>
    <dsp:sp modelId="{6F4E94CF-A0D0-4B40-AA4A-5776C4CCBD92}">
      <dsp:nvSpPr>
        <dsp:cNvPr id="0" name=""/>
        <dsp:cNvSpPr/>
      </dsp:nvSpPr>
      <dsp:spPr>
        <a:xfrm>
          <a:off x="2746587" y="2176220"/>
          <a:ext cx="2337187" cy="1147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Jakarta Persistence API (JPA) trên JDK 21.</a:t>
          </a:r>
          <a:endParaRPr lang="en-US" sz="1700" kern="1200" dirty="0"/>
        </a:p>
      </dsp:txBody>
      <dsp:txXfrm>
        <a:off x="2746587" y="2176220"/>
        <a:ext cx="2337187" cy="1147333"/>
      </dsp:txXfrm>
    </dsp:sp>
    <dsp:sp modelId="{23769F91-D807-4569-B381-E26CC3F51BF3}">
      <dsp:nvSpPr>
        <dsp:cNvPr id="0" name=""/>
        <dsp:cNvSpPr/>
      </dsp:nvSpPr>
      <dsp:spPr>
        <a:xfrm>
          <a:off x="6252368" y="851913"/>
          <a:ext cx="818015" cy="81801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714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B2950A-CBE8-40AC-A3DA-C085DAE6EFE5}">
      <dsp:nvSpPr>
        <dsp:cNvPr id="0" name=""/>
        <dsp:cNvSpPr/>
      </dsp:nvSpPr>
      <dsp:spPr>
        <a:xfrm>
          <a:off x="5492782" y="1776209"/>
          <a:ext cx="2337187" cy="350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200" b="1" kern="1200"/>
            <a:t>Thao tác:</a:t>
          </a:r>
          <a:endParaRPr lang="en-US" sz="2200" kern="1200"/>
        </a:p>
      </dsp:txBody>
      <dsp:txXfrm>
        <a:off x="5492782" y="1776209"/>
        <a:ext cx="2337187" cy="350578"/>
      </dsp:txXfrm>
    </dsp:sp>
    <dsp:sp modelId="{10226D0D-D203-413F-8AAC-406BF7042C13}">
      <dsp:nvSpPr>
        <dsp:cNvPr id="0" name=""/>
        <dsp:cNvSpPr/>
      </dsp:nvSpPr>
      <dsp:spPr>
        <a:xfrm>
          <a:off x="5492782" y="2176220"/>
          <a:ext cx="2337187" cy="1147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Ánh xạ Class Java sang Table MySQL qua @Entity.</a:t>
          </a:r>
        </a:p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Sử dụng XAMPP quản lý MySQL Engine.</a:t>
          </a:r>
        </a:p>
      </dsp:txBody>
      <dsp:txXfrm>
        <a:off x="5492782" y="2176220"/>
        <a:ext cx="2337187" cy="1147333"/>
      </dsp:txXfrm>
    </dsp:sp>
    <dsp:sp modelId="{F1E5980D-3761-42F9-837C-4364F9A11652}">
      <dsp:nvSpPr>
        <dsp:cNvPr id="0" name=""/>
        <dsp:cNvSpPr/>
      </dsp:nvSpPr>
      <dsp:spPr>
        <a:xfrm>
          <a:off x="8998564" y="851913"/>
          <a:ext cx="818015" cy="81801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714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ACE37B-20ED-492C-8DAD-FDB846F79247}">
      <dsp:nvSpPr>
        <dsp:cNvPr id="0" name=""/>
        <dsp:cNvSpPr/>
      </dsp:nvSpPr>
      <dsp:spPr>
        <a:xfrm>
          <a:off x="8238978" y="1776209"/>
          <a:ext cx="2337187" cy="350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200" b="1" kern="1200"/>
            <a:t>Kết quả:</a:t>
          </a:r>
          <a:endParaRPr lang="en-US" sz="2200" kern="1200"/>
        </a:p>
      </dsp:txBody>
      <dsp:txXfrm>
        <a:off x="8238978" y="1776209"/>
        <a:ext cx="2337187" cy="350578"/>
      </dsp:txXfrm>
    </dsp:sp>
    <dsp:sp modelId="{725A5EC0-C634-4922-BF99-0114E9D3922C}">
      <dsp:nvSpPr>
        <dsp:cNvPr id="0" name=""/>
        <dsp:cNvSpPr/>
      </dsp:nvSpPr>
      <dsp:spPr>
        <a:xfrm>
          <a:off x="8238978" y="2176220"/>
          <a:ext cx="2337187" cy="1147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Hệ thống tự động tạo bảng (Auto DDL) chính xác theo thiết kế.</a:t>
          </a:r>
          <a:endParaRPr lang="en-US" sz="1700" kern="1200" dirty="0"/>
        </a:p>
      </dsp:txBody>
      <dsp:txXfrm>
        <a:off x="8238978" y="2176220"/>
        <a:ext cx="2337187" cy="11473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991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30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327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585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189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620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84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014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305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246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09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4C4EB9-1BFB-4116-9DD4-EC9D72B8C2E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A95971-EFB9-4860-AC92-B9A4B023C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847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5" name="Rectangle 74">
            <a:extLst>
              <a:ext uri="{FF2B5EF4-FFF2-40B4-BE49-F238E27FC236}">
                <a16:creationId xmlns:a16="http://schemas.microsoft.com/office/drawing/2014/main" id="{E90C9789-8898-4FEC-BED9-27A7D6375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9153D07-52E5-4D47-B7D3-59D3AEBCE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>
              <a:extLst>
                <a:ext uri="{FF2B5EF4-FFF2-40B4-BE49-F238E27FC236}">
                  <a16:creationId xmlns:a16="http://schemas.microsoft.com/office/drawing/2014/main" id="{027BE9E0-BC0A-4047-A9F3-FEE3829411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>
                <a:gd name="T0" fmla="*/ 1752 w 2038"/>
                <a:gd name="T1" fmla="*/ 1169 h 1169"/>
                <a:gd name="T2" fmla="*/ 1487 w 2038"/>
                <a:gd name="T3" fmla="*/ 334 h 1169"/>
                <a:gd name="T4" fmla="*/ 860 w 2038"/>
                <a:gd name="T5" fmla="*/ 22 h 1169"/>
                <a:gd name="T6" fmla="*/ 199 w 2038"/>
                <a:gd name="T7" fmla="*/ 318 h 1169"/>
                <a:gd name="T8" fmla="*/ 399 w 2038"/>
                <a:gd name="T9" fmla="*/ 1165 h 1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Freeform 6">
              <a:extLst>
                <a:ext uri="{FF2B5EF4-FFF2-40B4-BE49-F238E27FC236}">
                  <a16:creationId xmlns:a16="http://schemas.microsoft.com/office/drawing/2014/main" id="{28516BE5-9FF5-4AEB-A961-87CAA86D7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>
                <a:gd name="T0" fmla="*/ 1025 w 1549"/>
                <a:gd name="T1" fmla="*/ 1016 h 1017"/>
                <a:gd name="T2" fmla="*/ 1443 w 1549"/>
                <a:gd name="T3" fmla="*/ 592 h 1017"/>
                <a:gd name="T4" fmla="*/ 782 w 1549"/>
                <a:gd name="T5" fmla="*/ 53 h 1017"/>
                <a:gd name="T6" fmla="*/ 150 w 1549"/>
                <a:gd name="T7" fmla="*/ 329 h 1017"/>
                <a:gd name="T8" fmla="*/ 477 w 1549"/>
                <a:gd name="T9" fmla="*/ 101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Freeform 7">
              <a:extLst>
                <a:ext uri="{FF2B5EF4-FFF2-40B4-BE49-F238E27FC236}">
                  <a16:creationId xmlns:a16="http://schemas.microsoft.com/office/drawing/2014/main" id="{CD9AC01B-ED21-4897-8502-6C9F3C8376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>
                <a:gd name="T0" fmla="*/ 1302 w 1688"/>
                <a:gd name="T1" fmla="*/ 1066 h 1066"/>
                <a:gd name="T2" fmla="*/ 1613 w 1688"/>
                <a:gd name="T3" fmla="*/ 850 h 1066"/>
                <a:gd name="T4" fmla="*/ 1517 w 1688"/>
                <a:gd name="T5" fmla="*/ 471 h 1066"/>
                <a:gd name="T6" fmla="*/ 798 w 1688"/>
                <a:gd name="T7" fmla="*/ 28 h 1066"/>
                <a:gd name="T8" fmla="*/ 181 w 1688"/>
                <a:gd name="T9" fmla="*/ 333 h 1066"/>
                <a:gd name="T10" fmla="*/ 420 w 1688"/>
                <a:gd name="T11" fmla="*/ 1066 h 1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Freeform 8">
              <a:extLst>
                <a:ext uri="{FF2B5EF4-FFF2-40B4-BE49-F238E27FC236}">
                  <a16:creationId xmlns:a16="http://schemas.microsoft.com/office/drawing/2014/main" id="{802488C1-A326-4736-9090-A782CE1849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>
                <a:gd name="T0" fmla="*/ 1873 w 2171"/>
                <a:gd name="T1" fmla="*/ 1326 h 1326"/>
                <a:gd name="T2" fmla="*/ 1609 w 2171"/>
                <a:gd name="T3" fmla="*/ 473 h 1326"/>
                <a:gd name="T4" fmla="*/ 880 w 2171"/>
                <a:gd name="T5" fmla="*/ 63 h 1326"/>
                <a:gd name="T6" fmla="*/ 0 w 2171"/>
                <a:gd name="T7" fmla="*/ 423 h 1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Freeform 9">
              <a:extLst>
                <a:ext uri="{FF2B5EF4-FFF2-40B4-BE49-F238E27FC236}">
                  <a16:creationId xmlns:a16="http://schemas.microsoft.com/office/drawing/2014/main" id="{A19BF381-8A69-4838-985C-B6A75AB9ED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>
                <a:gd name="T0" fmla="*/ 0 w 106"/>
                <a:gd name="T1" fmla="*/ 0 h 143"/>
                <a:gd name="T2" fmla="*/ 106 w 106"/>
                <a:gd name="T3" fmla="*/ 143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Freeform 10">
              <a:extLst>
                <a:ext uri="{FF2B5EF4-FFF2-40B4-BE49-F238E27FC236}">
                  <a16:creationId xmlns:a16="http://schemas.microsoft.com/office/drawing/2014/main" id="{6174A2B7-42B9-4604-ADB8-C0390ABD5D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>
                <a:gd name="T0" fmla="*/ 2046 w 2330"/>
                <a:gd name="T1" fmla="*/ 1452 h 1452"/>
                <a:gd name="T2" fmla="*/ 1813 w 2330"/>
                <a:gd name="T3" fmla="*/ 601 h 1452"/>
                <a:gd name="T4" fmla="*/ 956 w 2330"/>
                <a:gd name="T5" fmla="*/ 97 h 1452"/>
                <a:gd name="T6" fmla="*/ 0 w 2330"/>
                <a:gd name="T7" fmla="*/ 366 h 1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Freeform 11">
              <a:extLst>
                <a:ext uri="{FF2B5EF4-FFF2-40B4-BE49-F238E27FC236}">
                  <a16:creationId xmlns:a16="http://schemas.microsoft.com/office/drawing/2014/main" id="{85597E73-3E99-4AA6-95B7-CCC340643E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>
                <a:gd name="T0" fmla="*/ 1094 w 1216"/>
                <a:gd name="T1" fmla="*/ 1436 h 1436"/>
                <a:gd name="T2" fmla="*/ 709 w 1216"/>
                <a:gd name="T3" fmla="*/ 551 h 1436"/>
                <a:gd name="T4" fmla="*/ 0 w 1216"/>
                <a:gd name="T5" fmla="*/ 0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5" name="Freeform 12">
              <a:extLst>
                <a:ext uri="{FF2B5EF4-FFF2-40B4-BE49-F238E27FC236}">
                  <a16:creationId xmlns:a16="http://schemas.microsoft.com/office/drawing/2014/main" id="{3EC32C20-5ED7-4B71-84A2-33F1928DE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>
                <a:gd name="T0" fmla="*/ 222 w 222"/>
                <a:gd name="T1" fmla="*/ 0 h 129"/>
                <a:gd name="T2" fmla="*/ 0 w 222"/>
                <a:gd name="T3" fmla="*/ 129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6" name="Freeform 13">
              <a:extLst>
                <a:ext uri="{FF2B5EF4-FFF2-40B4-BE49-F238E27FC236}">
                  <a16:creationId xmlns:a16="http://schemas.microsoft.com/office/drawing/2014/main" id="{CEB02A33-615B-47C2-A3A1-79CEFCE38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>
                <a:gd name="T0" fmla="*/ 1067 w 1174"/>
                <a:gd name="T1" fmla="*/ 1440 h 1440"/>
                <a:gd name="T2" fmla="*/ 698 w 1174"/>
                <a:gd name="T3" fmla="*/ 577 h 1440"/>
                <a:gd name="T4" fmla="*/ 0 w 1174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7" name="Freeform 14">
              <a:extLst>
                <a:ext uri="{FF2B5EF4-FFF2-40B4-BE49-F238E27FC236}">
                  <a16:creationId xmlns:a16="http://schemas.microsoft.com/office/drawing/2014/main" id="{A817D172-34FE-44A0-8FE7-2DE53F9515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>
                <a:gd name="T0" fmla="*/ 125 w 125"/>
                <a:gd name="T1" fmla="*/ 0 h 74"/>
                <a:gd name="T2" fmla="*/ 0 w 125"/>
                <a:gd name="T3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8" name="Freeform 15">
              <a:extLst>
                <a:ext uri="{FF2B5EF4-FFF2-40B4-BE49-F238E27FC236}">
                  <a16:creationId xmlns:a16="http://schemas.microsoft.com/office/drawing/2014/main" id="{015DF00F-1666-4048-817A-9598EB3248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>
                <a:gd name="T0" fmla="*/ 1056 w 1155"/>
                <a:gd name="T1" fmla="*/ 1440 h 1440"/>
                <a:gd name="T2" fmla="*/ 686 w 1155"/>
                <a:gd name="T3" fmla="*/ 580 h 1440"/>
                <a:gd name="T4" fmla="*/ 0 w 1155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9" name="Freeform 16">
              <a:extLst>
                <a:ext uri="{FF2B5EF4-FFF2-40B4-BE49-F238E27FC236}">
                  <a16:creationId xmlns:a16="http://schemas.microsoft.com/office/drawing/2014/main" id="{2CC138E0-9CAE-42D1-AEC0-4905ABBAFE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>
                <a:gd name="T0" fmla="*/ 75 w 75"/>
                <a:gd name="T1" fmla="*/ 0 h 45"/>
                <a:gd name="T2" fmla="*/ 0 w 75"/>
                <a:gd name="T3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0" name="Freeform 17">
              <a:extLst>
                <a:ext uri="{FF2B5EF4-FFF2-40B4-BE49-F238E27FC236}">
                  <a16:creationId xmlns:a16="http://schemas.microsoft.com/office/drawing/2014/main" id="{84BD67A0-AD60-4697-9B64-60CD44B22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>
                <a:gd name="T0" fmla="*/ 1053 w 1160"/>
                <a:gd name="T1" fmla="*/ 1441 h 1441"/>
                <a:gd name="T2" fmla="*/ 705 w 1160"/>
                <a:gd name="T3" fmla="*/ 599 h 1441"/>
                <a:gd name="T4" fmla="*/ 0 w 1160"/>
                <a:gd name="T5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1" name="Freeform 18">
              <a:extLst>
                <a:ext uri="{FF2B5EF4-FFF2-40B4-BE49-F238E27FC236}">
                  <a16:creationId xmlns:a16="http://schemas.microsoft.com/office/drawing/2014/main" id="{F80EDFB0-2145-435B-90B7-DA5F2B6359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>
                <a:gd name="T0" fmla="*/ 1040 w 1137"/>
                <a:gd name="T1" fmla="*/ 1440 h 1440"/>
                <a:gd name="T2" fmla="*/ 698 w 1137"/>
                <a:gd name="T3" fmla="*/ 611 h 1440"/>
                <a:gd name="T4" fmla="*/ 0 w 1137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19">
              <a:extLst>
                <a:ext uri="{FF2B5EF4-FFF2-40B4-BE49-F238E27FC236}">
                  <a16:creationId xmlns:a16="http://schemas.microsoft.com/office/drawing/2014/main" id="{A4E59382-4DEE-4AC7-8446-2416D176C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>
                <a:gd name="T0" fmla="*/ 1011 w 1058"/>
                <a:gd name="T1" fmla="*/ 1439 h 1439"/>
                <a:gd name="T2" fmla="*/ 648 w 1058"/>
                <a:gd name="T3" fmla="*/ 617 h 1439"/>
                <a:gd name="T4" fmla="*/ 0 w 1058"/>
                <a:gd name="T5" fmla="*/ 0 h 1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3" name="Freeform 20">
              <a:extLst>
                <a:ext uri="{FF2B5EF4-FFF2-40B4-BE49-F238E27FC236}">
                  <a16:creationId xmlns:a16="http://schemas.microsoft.com/office/drawing/2014/main" id="{55D26D19-6E95-4DBB-9C93-34AF9AD16E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>
                <a:gd name="T0" fmla="*/ 718 w 718"/>
                <a:gd name="T1" fmla="*/ 575 h 575"/>
                <a:gd name="T2" fmla="*/ 0 w 718"/>
                <a:gd name="T3" fmla="*/ 0 h 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4" name="Freeform 21">
              <a:extLst>
                <a:ext uri="{FF2B5EF4-FFF2-40B4-BE49-F238E27FC236}">
                  <a16:creationId xmlns:a16="http://schemas.microsoft.com/office/drawing/2014/main" id="{EE5A8A25-AF2F-45A2-8C83-777501F6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>
                <a:gd name="T0" fmla="*/ 620 w 620"/>
                <a:gd name="T1" fmla="*/ 536 h 536"/>
                <a:gd name="T2" fmla="*/ 0 w 620"/>
                <a:gd name="T3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22">
              <a:extLst>
                <a:ext uri="{FF2B5EF4-FFF2-40B4-BE49-F238E27FC236}">
                  <a16:creationId xmlns:a16="http://schemas.microsoft.com/office/drawing/2014/main" id="{5165BC0D-45A1-45A5-AAC9-6EEC27CF72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>
                <a:gd name="T0" fmla="*/ 0 w 455"/>
                <a:gd name="T1" fmla="*/ 0 h 285"/>
                <a:gd name="T2" fmla="*/ 455 w 455"/>
                <a:gd name="T3" fmla="*/ 285 h 2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6" name="Freeform 23">
              <a:extLst>
                <a:ext uri="{FF2B5EF4-FFF2-40B4-BE49-F238E27FC236}">
                  <a16:creationId xmlns:a16="http://schemas.microsoft.com/office/drawing/2014/main" id="{4F1DD539-EB18-4BEC-BF0D-106B762AE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>
                <a:gd name="T0" fmla="*/ 0 w 188"/>
                <a:gd name="T1" fmla="*/ 0 h 112"/>
                <a:gd name="T2" fmla="*/ 188 w 188"/>
                <a:gd name="T3" fmla="*/ 112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E1CA4BD-71C1-44FA-A211-DEC31D0D6B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1" r="524" b="-1"/>
          <a:stretch>
            <a:fillRect/>
          </a:stretch>
        </p:blipFill>
        <p:spPr>
          <a:xfrm>
            <a:off x="20" y="227"/>
            <a:ext cx="12191675" cy="6858000"/>
          </a:xfrm>
          <a:prstGeom prst="rect">
            <a:avLst/>
          </a:prstGeom>
        </p:spPr>
      </p:pic>
      <p:grpSp>
        <p:nvGrpSpPr>
          <p:cNvPr id="98" name="Group 97">
            <a:extLst>
              <a:ext uri="{FF2B5EF4-FFF2-40B4-BE49-F238E27FC236}">
                <a16:creationId xmlns:a16="http://schemas.microsoft.com/office/drawing/2014/main" id="{311F8D4F-0F0F-4E68-80C6-05F8FC8B1F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2C88A4A2-49A3-4B71-89F7-FBB6CDFE32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39">
              <a:extLst>
                <a:ext uri="{FF2B5EF4-FFF2-40B4-BE49-F238E27FC236}">
                  <a16:creationId xmlns:a16="http://schemas.microsoft.com/office/drawing/2014/main" id="{D9655F80-B020-45DF-8854-E66FE5CE8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BF147E35-2CC4-4188-845B-72F2A29C8A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62309A8-A90F-0570-255B-698FC29A5A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>
            <a:normAutofit/>
          </a:bodyPr>
          <a:lstStyle/>
          <a:p>
            <a:r>
              <a:rPr lang="vi-VN" sz="3800"/>
              <a:t>Thiết kế và xây dựng hệ thống lưu trữ dữ liệu cho dự án SmartFashion ERP</a:t>
            </a:r>
            <a:endParaRPr lang="en-US" sz="38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22CD74-52D3-3255-437D-D288A79EE5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>
            <a:normAutofit/>
          </a:bodyPr>
          <a:lstStyle/>
          <a:p>
            <a:r>
              <a:rPr lang="vi-VN">
                <a:ea typeface="ADLaM Display" panose="020F0502020204030204" pitchFamily="2" charset="0"/>
                <a:cs typeface="ADLaM Display" panose="020F0502020204030204" pitchFamily="2" charset="0"/>
              </a:rPr>
              <a:t>Xây dựng Kiến trúc Dữ liệu &amp; Hệ quản trị Cơ sở dữ liệu (RDBMS)</a:t>
            </a:r>
            <a:r>
              <a:rPr lang="en-US"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</a:p>
          <a:p>
            <a:r>
              <a:rPr lang="en-US" err="1">
                <a:ea typeface="ADLaM Display" panose="020F0502020204030204" pitchFamily="2" charset="0"/>
                <a:cs typeface="ADLaM Display" panose="020F0502020204030204" pitchFamily="2" charset="0"/>
              </a:rPr>
              <a:t>Thiết</a:t>
            </a:r>
            <a:r>
              <a:rPr lang="en-US"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err="1">
                <a:ea typeface="ADLaM Display" panose="020F0502020204030204" pitchFamily="2" charset="0"/>
                <a:cs typeface="ADLaM Display" panose="020F0502020204030204" pitchFamily="2" charset="0"/>
              </a:rPr>
              <a:t>kế</a:t>
            </a:r>
            <a:r>
              <a:rPr lang="en-US">
                <a:ea typeface="ADLaM Display" panose="020F0502020204030204" pitchFamily="2" charset="0"/>
                <a:cs typeface="ADLaM Display" panose="020F0502020204030204" pitchFamily="2" charset="0"/>
              </a:rPr>
              <a:t> ERD, </a:t>
            </a:r>
            <a:r>
              <a:rPr lang="en-US" err="1">
                <a:ea typeface="ADLaM Display" panose="020F0502020204030204" pitchFamily="2" charset="0"/>
                <a:cs typeface="ADLaM Display" panose="020F0502020204030204" pitchFamily="2" charset="0"/>
              </a:rPr>
              <a:t>triển</a:t>
            </a:r>
            <a:r>
              <a:rPr lang="en-US"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err="1">
                <a:ea typeface="ADLaM Display" panose="020F0502020204030204" pitchFamily="2" charset="0"/>
                <a:cs typeface="ADLaM Display" panose="020F0502020204030204" pitchFamily="2" charset="0"/>
              </a:rPr>
              <a:t>khai</a:t>
            </a:r>
            <a:r>
              <a:rPr lang="en-US">
                <a:ea typeface="ADLaM Display" panose="020F0502020204030204" pitchFamily="2" charset="0"/>
                <a:cs typeface="ADLaM Display" panose="020F0502020204030204" pitchFamily="2" charset="0"/>
              </a:rPr>
              <a:t> MySQL </a:t>
            </a:r>
            <a:r>
              <a:rPr lang="en-US" err="1">
                <a:ea typeface="ADLaM Display" panose="020F0502020204030204" pitchFamily="2" charset="0"/>
                <a:cs typeface="ADLaM Display" panose="020F0502020204030204" pitchFamily="2" charset="0"/>
              </a:rPr>
              <a:t>và</a:t>
            </a:r>
            <a:r>
              <a:rPr lang="en-US"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err="1">
                <a:ea typeface="ADLaM Display" panose="020F0502020204030204" pitchFamily="2" charset="0"/>
                <a:cs typeface="ADLaM Display" panose="020F0502020204030204" pitchFamily="2" charset="0"/>
              </a:rPr>
              <a:t>kết</a:t>
            </a:r>
            <a:r>
              <a:rPr lang="en-US"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err="1">
                <a:ea typeface="ADLaM Display" panose="020F0502020204030204" pitchFamily="2" charset="0"/>
                <a:cs typeface="ADLaM Display" panose="020F0502020204030204" pitchFamily="2" charset="0"/>
              </a:rPr>
              <a:t>nối</a:t>
            </a:r>
            <a:r>
              <a:rPr lang="en-US">
                <a:ea typeface="ADLaM Display" panose="020F0502020204030204" pitchFamily="2" charset="0"/>
                <a:cs typeface="ADLaM Display" panose="020F0502020204030204" pitchFamily="2" charset="0"/>
              </a:rPr>
              <a:t> Spring Data JPA</a:t>
            </a:r>
          </a:p>
          <a:p>
            <a:endParaRPr lang="en-US"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864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roup 280">
            <a:extLst>
              <a:ext uri="{FF2B5EF4-FFF2-40B4-BE49-F238E27FC236}">
                <a16:creationId xmlns:a16="http://schemas.microsoft.com/office/drawing/2014/main" id="{5B5504F5-A44D-4727-B62D-D306EE4C0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282" name="Freeform 5">
              <a:extLst>
                <a:ext uri="{FF2B5EF4-FFF2-40B4-BE49-F238E27FC236}">
                  <a16:creationId xmlns:a16="http://schemas.microsoft.com/office/drawing/2014/main" id="{42E83A18-C907-44D5-83DF-CFB1812545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Freeform 6">
              <a:extLst>
                <a:ext uri="{FF2B5EF4-FFF2-40B4-BE49-F238E27FC236}">
                  <a16:creationId xmlns:a16="http://schemas.microsoft.com/office/drawing/2014/main" id="{E845C857-E334-431F-9264-4BEF01228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Freeform 7">
              <a:extLst>
                <a:ext uri="{FF2B5EF4-FFF2-40B4-BE49-F238E27FC236}">
                  <a16:creationId xmlns:a16="http://schemas.microsoft.com/office/drawing/2014/main" id="{426C9BD9-ECC0-4C60-87C1-D07F8F075A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8">
              <a:extLst>
                <a:ext uri="{FF2B5EF4-FFF2-40B4-BE49-F238E27FC236}">
                  <a16:creationId xmlns:a16="http://schemas.microsoft.com/office/drawing/2014/main" id="{7FBDFA8E-61C4-4F76-819E-308A16DEE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9">
              <a:extLst>
                <a:ext uri="{FF2B5EF4-FFF2-40B4-BE49-F238E27FC236}">
                  <a16:creationId xmlns:a16="http://schemas.microsoft.com/office/drawing/2014/main" id="{761F1C21-70B1-4D4E-831C-75DB8E7EA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Freeform 10">
              <a:extLst>
                <a:ext uri="{FF2B5EF4-FFF2-40B4-BE49-F238E27FC236}">
                  <a16:creationId xmlns:a16="http://schemas.microsoft.com/office/drawing/2014/main" id="{FD6B914E-6122-42BE-91C5-72FA400D02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Freeform 11">
              <a:extLst>
                <a:ext uri="{FF2B5EF4-FFF2-40B4-BE49-F238E27FC236}">
                  <a16:creationId xmlns:a16="http://schemas.microsoft.com/office/drawing/2014/main" id="{25950DE0-F9E4-4487-93B8-F6FDB00B2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Freeform 12">
              <a:extLst>
                <a:ext uri="{FF2B5EF4-FFF2-40B4-BE49-F238E27FC236}">
                  <a16:creationId xmlns:a16="http://schemas.microsoft.com/office/drawing/2014/main" id="{319D2307-45E1-4592-8192-9C9102D4EA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 13">
              <a:extLst>
                <a:ext uri="{FF2B5EF4-FFF2-40B4-BE49-F238E27FC236}">
                  <a16:creationId xmlns:a16="http://schemas.microsoft.com/office/drawing/2014/main" id="{1A93A333-9537-4DEC-A527-7733E10968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Freeform 14">
              <a:extLst>
                <a:ext uri="{FF2B5EF4-FFF2-40B4-BE49-F238E27FC236}">
                  <a16:creationId xmlns:a16="http://schemas.microsoft.com/office/drawing/2014/main" id="{76DEF779-F072-40FD-A3BF-84E3B8C6D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Freeform 15">
              <a:extLst>
                <a:ext uri="{FF2B5EF4-FFF2-40B4-BE49-F238E27FC236}">
                  <a16:creationId xmlns:a16="http://schemas.microsoft.com/office/drawing/2014/main" id="{6861570E-EBF4-48B8-AB90-2A40B52287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16">
              <a:extLst>
                <a:ext uri="{FF2B5EF4-FFF2-40B4-BE49-F238E27FC236}">
                  <a16:creationId xmlns:a16="http://schemas.microsoft.com/office/drawing/2014/main" id="{68EF8EC2-E3C0-4C22-B1B8-6E30AC2445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17">
              <a:extLst>
                <a:ext uri="{FF2B5EF4-FFF2-40B4-BE49-F238E27FC236}">
                  <a16:creationId xmlns:a16="http://schemas.microsoft.com/office/drawing/2014/main" id="{AC3BE00B-705F-42C6-94CE-E89B1FA4EE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18">
              <a:extLst>
                <a:ext uri="{FF2B5EF4-FFF2-40B4-BE49-F238E27FC236}">
                  <a16:creationId xmlns:a16="http://schemas.microsoft.com/office/drawing/2014/main" id="{F23249F0-6642-4CDD-B89B-7EC0C254A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Freeform 19">
              <a:extLst>
                <a:ext uri="{FF2B5EF4-FFF2-40B4-BE49-F238E27FC236}">
                  <a16:creationId xmlns:a16="http://schemas.microsoft.com/office/drawing/2014/main" id="{9E5173CD-2C19-40D0-B444-CF38FF2207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Freeform 20">
              <a:extLst>
                <a:ext uri="{FF2B5EF4-FFF2-40B4-BE49-F238E27FC236}">
                  <a16:creationId xmlns:a16="http://schemas.microsoft.com/office/drawing/2014/main" id="{C46A9203-B0FB-426A-9F90-6953A96AE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1">
              <a:extLst>
                <a:ext uri="{FF2B5EF4-FFF2-40B4-BE49-F238E27FC236}">
                  <a16:creationId xmlns:a16="http://schemas.microsoft.com/office/drawing/2014/main" id="{F0B66C88-C270-4AE6-B12C-71CFC5F1ED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2">
              <a:extLst>
                <a:ext uri="{FF2B5EF4-FFF2-40B4-BE49-F238E27FC236}">
                  <a16:creationId xmlns:a16="http://schemas.microsoft.com/office/drawing/2014/main" id="{9113790B-9AB2-45C0-85DD-4E7303894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Freeform 23">
              <a:extLst>
                <a:ext uri="{FF2B5EF4-FFF2-40B4-BE49-F238E27FC236}">
                  <a16:creationId xmlns:a16="http://schemas.microsoft.com/office/drawing/2014/main" id="{36488705-890C-4BDD-AC3C-9807F6A6E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1" name="Freeform 24">
              <a:extLst>
                <a:ext uri="{FF2B5EF4-FFF2-40B4-BE49-F238E27FC236}">
                  <a16:creationId xmlns:a16="http://schemas.microsoft.com/office/drawing/2014/main" id="{CCF65277-1D63-4A4A-957E-9F12111D9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Freeform 25">
              <a:extLst>
                <a:ext uri="{FF2B5EF4-FFF2-40B4-BE49-F238E27FC236}">
                  <a16:creationId xmlns:a16="http://schemas.microsoft.com/office/drawing/2014/main" id="{AD6DFDD0-50F6-498B-A4E6-DC6D9A7952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02A5D777-C3C4-4D83-B4A3-0C83DBE1CB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305" name="Rectangle 304">
              <a:extLst>
                <a:ext uri="{FF2B5EF4-FFF2-40B4-BE49-F238E27FC236}">
                  <a16:creationId xmlns:a16="http://schemas.microsoft.com/office/drawing/2014/main" id="{580A9110-3349-42C1-8186-CB70C1FD44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6" name="Isosceles Triangle 22">
              <a:extLst>
                <a:ext uri="{FF2B5EF4-FFF2-40B4-BE49-F238E27FC236}">
                  <a16:creationId xmlns:a16="http://schemas.microsoft.com/office/drawing/2014/main" id="{4F5EDCDF-C218-4482-A13E-8CFB87D0D0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3EB8EB4B-9F73-4DB2-B849-B88E0435D8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 useBgFill="1">
        <p:nvSpPr>
          <p:cNvPr id="309" name="Rectangle 308">
            <a:extLst>
              <a:ext uri="{FF2B5EF4-FFF2-40B4-BE49-F238E27FC236}">
                <a16:creationId xmlns:a16="http://schemas.microsoft.com/office/drawing/2014/main" id="{982413CC-69E6-4BDA-A88D-E4EF8F95B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4F1F7357-8633-4CE7-BF80-475EE8A2F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12" name="Freeform 5">
              <a:extLst>
                <a:ext uri="{FF2B5EF4-FFF2-40B4-BE49-F238E27FC236}">
                  <a16:creationId xmlns:a16="http://schemas.microsoft.com/office/drawing/2014/main" id="{E402FE4E-C12D-497C-AF81-F08E4E02B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>
                <a:gd name="T0" fmla="*/ 813 w 813"/>
                <a:gd name="T1" fmla="*/ 0 h 1440"/>
                <a:gd name="T2" fmla="*/ 435 w 81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3" name="Freeform 6">
              <a:extLst>
                <a:ext uri="{FF2B5EF4-FFF2-40B4-BE49-F238E27FC236}">
                  <a16:creationId xmlns:a16="http://schemas.microsoft.com/office/drawing/2014/main" id="{59247B10-170D-4E62-849A-38FCB43C6A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>
                <a:gd name="T0" fmla="*/ 324 w 324"/>
                <a:gd name="T1" fmla="*/ 117 h 117"/>
                <a:gd name="T2" fmla="*/ 0 w 324"/>
                <a:gd name="T3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4" name="Freeform 7">
              <a:extLst>
                <a:ext uri="{FF2B5EF4-FFF2-40B4-BE49-F238E27FC236}">
                  <a16:creationId xmlns:a16="http://schemas.microsoft.com/office/drawing/2014/main" id="{89A587A7-1BEF-45AA-9EFC-6558A8749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>
                <a:gd name="T0" fmla="*/ 0 w 404"/>
                <a:gd name="T1" fmla="*/ 385 h 385"/>
                <a:gd name="T2" fmla="*/ 404 w 404"/>
                <a:gd name="T3" fmla="*/ 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5" name="Freeform 8">
              <a:extLst>
                <a:ext uri="{FF2B5EF4-FFF2-40B4-BE49-F238E27FC236}">
                  <a16:creationId xmlns:a16="http://schemas.microsoft.com/office/drawing/2014/main" id="{AC25B5A1-6EF7-44EC-A2F0-1EDC96A79B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>
                <a:gd name="T0" fmla="*/ 774 w 774"/>
                <a:gd name="T1" fmla="*/ 0 h 1440"/>
                <a:gd name="T2" fmla="*/ 411 w 774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6" name="Freeform 9">
              <a:extLst>
                <a:ext uri="{FF2B5EF4-FFF2-40B4-BE49-F238E27FC236}">
                  <a16:creationId xmlns:a16="http://schemas.microsoft.com/office/drawing/2014/main" id="{80B8582C-7E17-4115-9FF1-979C8405CB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>
                <a:gd name="T0" fmla="*/ 203 w 203"/>
                <a:gd name="T1" fmla="*/ 77 h 77"/>
                <a:gd name="T2" fmla="*/ 0 w 203"/>
                <a:gd name="T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7" name="Freeform 10">
              <a:extLst>
                <a:ext uri="{FF2B5EF4-FFF2-40B4-BE49-F238E27FC236}">
                  <a16:creationId xmlns:a16="http://schemas.microsoft.com/office/drawing/2014/main" id="{F6C4AB66-7A18-4E51-935B-237F4CA827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>
                <a:gd name="T0" fmla="*/ 0 w 351"/>
                <a:gd name="T1" fmla="*/ 332 h 332"/>
                <a:gd name="T2" fmla="*/ 351 w 351"/>
                <a:gd name="T3" fmla="*/ 0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8" name="Freeform 11">
              <a:extLst>
                <a:ext uri="{FF2B5EF4-FFF2-40B4-BE49-F238E27FC236}">
                  <a16:creationId xmlns:a16="http://schemas.microsoft.com/office/drawing/2014/main" id="{CDF12911-A240-4580-8788-0C49DB1FED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>
                <a:gd name="T0" fmla="*/ 762 w 762"/>
                <a:gd name="T1" fmla="*/ 0 h 1440"/>
                <a:gd name="T2" fmla="*/ 403 w 76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9" name="Freeform 12">
              <a:extLst>
                <a:ext uri="{FF2B5EF4-FFF2-40B4-BE49-F238E27FC236}">
                  <a16:creationId xmlns:a16="http://schemas.microsoft.com/office/drawing/2014/main" id="{EAE0F5DE-442D-4F6C-B02C-2568ED195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>
                <a:gd name="T0" fmla="*/ 140 w 140"/>
                <a:gd name="T1" fmla="*/ 54 h 54"/>
                <a:gd name="T2" fmla="*/ 0 w 140"/>
                <a:gd name="T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0" name="Freeform 13">
              <a:extLst>
                <a:ext uri="{FF2B5EF4-FFF2-40B4-BE49-F238E27FC236}">
                  <a16:creationId xmlns:a16="http://schemas.microsoft.com/office/drawing/2014/main" id="{4F24A002-AFDE-4034-85BE-CBF005AE92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>
                <a:gd name="T0" fmla="*/ 0 w 321"/>
                <a:gd name="T1" fmla="*/ 302 h 302"/>
                <a:gd name="T2" fmla="*/ 321 w 321"/>
                <a:gd name="T3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1" name="Freeform 14">
              <a:extLst>
                <a:ext uri="{FF2B5EF4-FFF2-40B4-BE49-F238E27FC236}">
                  <a16:creationId xmlns:a16="http://schemas.microsoft.com/office/drawing/2014/main" id="{36F0721E-B4B0-4A6C-A92C-F8DE92D3A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>
                <a:gd name="T0" fmla="*/ 683 w 683"/>
                <a:gd name="T1" fmla="*/ 0 h 1440"/>
                <a:gd name="T2" fmla="*/ 355 w 68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2" name="Freeform 15">
              <a:extLst>
                <a:ext uri="{FF2B5EF4-FFF2-40B4-BE49-F238E27FC236}">
                  <a16:creationId xmlns:a16="http://schemas.microsoft.com/office/drawing/2014/main" id="{54D2DC98-69F8-4F2F-9D45-BDFFA5E2B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>
                <a:gd name="T0" fmla="*/ 0 w 287"/>
                <a:gd name="T1" fmla="*/ 279 h 279"/>
                <a:gd name="T2" fmla="*/ 287 w 287"/>
                <a:gd name="T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3" name="Freeform 16">
              <a:extLst>
                <a:ext uri="{FF2B5EF4-FFF2-40B4-BE49-F238E27FC236}">
                  <a16:creationId xmlns:a16="http://schemas.microsoft.com/office/drawing/2014/main" id="{0A636E33-DC38-40B9-B941-037E5D860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>
                <a:gd name="T0" fmla="*/ 680 w 680"/>
                <a:gd name="T1" fmla="*/ 0 h 1440"/>
                <a:gd name="T2" fmla="*/ 337 w 68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4" name="Freeform 17">
              <a:extLst>
                <a:ext uri="{FF2B5EF4-FFF2-40B4-BE49-F238E27FC236}">
                  <a16:creationId xmlns:a16="http://schemas.microsoft.com/office/drawing/2014/main" id="{03D30690-68C2-4AEC-9789-1495D97E1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>
                <a:gd name="T0" fmla="*/ 0 w 250"/>
                <a:gd name="T1" fmla="*/ 242 h 242"/>
                <a:gd name="T2" fmla="*/ 250 w 250"/>
                <a:gd name="T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5" name="Freeform 18">
              <a:extLst>
                <a:ext uri="{FF2B5EF4-FFF2-40B4-BE49-F238E27FC236}">
                  <a16:creationId xmlns:a16="http://schemas.microsoft.com/office/drawing/2014/main" id="{1020B1B9-821B-49FB-BDC9-57DA08CBC3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>
                <a:gd name="T0" fmla="*/ 720 w 720"/>
                <a:gd name="T1" fmla="*/ 0 h 1440"/>
                <a:gd name="T2" fmla="*/ 362 w 7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6" name="Freeform 19">
              <a:extLst>
                <a:ext uri="{FF2B5EF4-FFF2-40B4-BE49-F238E27FC236}">
                  <a16:creationId xmlns:a16="http://schemas.microsoft.com/office/drawing/2014/main" id="{720EDCE4-8B18-413F-989E-E79628E5AF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>
                <a:gd name="T0" fmla="*/ 0 w 185"/>
                <a:gd name="T1" fmla="*/ 167 h 167"/>
                <a:gd name="T2" fmla="*/ 185 w 185"/>
                <a:gd name="T3" fmla="*/ 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7" name="Freeform 20">
              <a:extLst>
                <a:ext uri="{FF2B5EF4-FFF2-40B4-BE49-F238E27FC236}">
                  <a16:creationId xmlns:a16="http://schemas.microsoft.com/office/drawing/2014/main" id="{8563351E-0DDD-4FC8-8D0C-1E446E3C1B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>
                <a:gd name="T0" fmla="*/ 572 w 572"/>
                <a:gd name="T1" fmla="*/ 0 h 1440"/>
                <a:gd name="T2" fmla="*/ 164 w 57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8" name="Freeform 21">
              <a:extLst>
                <a:ext uri="{FF2B5EF4-FFF2-40B4-BE49-F238E27FC236}">
                  <a16:creationId xmlns:a16="http://schemas.microsoft.com/office/drawing/2014/main" id="{15E8B705-64E7-4513-B3CB-BF46C35732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>
                <a:gd name="T0" fmla="*/ 620 w 620"/>
                <a:gd name="T1" fmla="*/ 0 h 1440"/>
                <a:gd name="T2" fmla="*/ 186 w 6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9" name="Freeform 22">
              <a:extLst>
                <a:ext uri="{FF2B5EF4-FFF2-40B4-BE49-F238E27FC236}">
                  <a16:creationId xmlns:a16="http://schemas.microsoft.com/office/drawing/2014/main" id="{30DAEE1C-EBB5-47F5-9E76-564FCFDBF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>
                <a:gd name="T0" fmla="*/ 506 w 506"/>
                <a:gd name="T1" fmla="*/ 0 h 1440"/>
                <a:gd name="T2" fmla="*/ 171 w 506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0" name="Freeform 23">
              <a:extLst>
                <a:ext uri="{FF2B5EF4-FFF2-40B4-BE49-F238E27FC236}">
                  <a16:creationId xmlns:a16="http://schemas.microsoft.com/office/drawing/2014/main" id="{EDB255E9-A3E2-4098-99A1-FE38FAD15D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>
                <a:gd name="T0" fmla="*/ 373 w 373"/>
                <a:gd name="T1" fmla="*/ 0 h 673"/>
                <a:gd name="T2" fmla="*/ 0 w 373"/>
                <a:gd name="T3" fmla="*/ 673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1" name="Freeform 24">
              <a:extLst>
                <a:ext uri="{FF2B5EF4-FFF2-40B4-BE49-F238E27FC236}">
                  <a16:creationId xmlns:a16="http://schemas.microsoft.com/office/drawing/2014/main" id="{D2507F2A-27AF-4833-8273-5FC9A98863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>
                <a:gd name="T0" fmla="*/ 0 w 45"/>
                <a:gd name="T1" fmla="*/ 0 h 174"/>
                <a:gd name="T2" fmla="*/ 45 w 45"/>
                <a:gd name="T3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2" name="Freeform 25">
              <a:extLst>
                <a:ext uri="{FF2B5EF4-FFF2-40B4-BE49-F238E27FC236}">
                  <a16:creationId xmlns:a16="http://schemas.microsoft.com/office/drawing/2014/main" id="{8DFB8904-0CB8-45AD-ABD2-F7A582365E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>
                <a:gd name="T0" fmla="*/ 329 w 329"/>
                <a:gd name="T1" fmla="*/ 0 h 469"/>
                <a:gd name="T2" fmla="*/ 0 w 329"/>
                <a:gd name="T3" fmla="*/ 4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4A70AC8-B9A6-C912-EC29-2B53A732662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59287" y="798881"/>
            <a:ext cx="8673427" cy="1048945"/>
          </a:xfr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 sz="2500" b="0" i="0" kern="1200" cap="none" spc="-150">
                <a:effectLst/>
                <a:latin typeface="+mj-lt"/>
                <a:ea typeface="+mj-ea"/>
                <a:cs typeface="+mj-cs"/>
              </a:rPr>
              <a:t>Nhiệm vụ 1 - Thiết kế sơ đồ thực thể (ERD Design)</a:t>
            </a:r>
          </a:p>
        </p:txBody>
      </p:sp>
      <p:graphicFrame>
        <p:nvGraphicFramePr>
          <p:cNvPr id="277" name="Content Placeholder 2">
            <a:extLst>
              <a:ext uri="{FF2B5EF4-FFF2-40B4-BE49-F238E27FC236}">
                <a16:creationId xmlns:a16="http://schemas.microsoft.com/office/drawing/2014/main" id="{502C6F72-D0D7-E12A-142F-DCCD458372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1636814"/>
              </p:ext>
            </p:extLst>
          </p:nvPr>
        </p:nvGraphicFramePr>
        <p:xfrm>
          <a:off x="807722" y="1990976"/>
          <a:ext cx="10576558" cy="4175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21452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82413CC-69E6-4BDA-A88D-E4EF8F95B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F1F7357-8633-4CE7-BF80-475EE8A2F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6" name="Freeform 5">
              <a:extLst>
                <a:ext uri="{FF2B5EF4-FFF2-40B4-BE49-F238E27FC236}">
                  <a16:creationId xmlns:a16="http://schemas.microsoft.com/office/drawing/2014/main" id="{E402FE4E-C12D-497C-AF81-F08E4E02B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>
                <a:gd name="T0" fmla="*/ 813 w 813"/>
                <a:gd name="T1" fmla="*/ 0 h 1440"/>
                <a:gd name="T2" fmla="*/ 435 w 81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Freeform 6">
              <a:extLst>
                <a:ext uri="{FF2B5EF4-FFF2-40B4-BE49-F238E27FC236}">
                  <a16:creationId xmlns:a16="http://schemas.microsoft.com/office/drawing/2014/main" id="{59247B10-170D-4E62-849A-38FCB43C6A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>
                <a:gd name="T0" fmla="*/ 324 w 324"/>
                <a:gd name="T1" fmla="*/ 117 h 117"/>
                <a:gd name="T2" fmla="*/ 0 w 324"/>
                <a:gd name="T3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Freeform 7">
              <a:extLst>
                <a:ext uri="{FF2B5EF4-FFF2-40B4-BE49-F238E27FC236}">
                  <a16:creationId xmlns:a16="http://schemas.microsoft.com/office/drawing/2014/main" id="{89A587A7-1BEF-45AA-9EFC-6558A8749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>
                <a:gd name="T0" fmla="*/ 0 w 404"/>
                <a:gd name="T1" fmla="*/ 385 h 385"/>
                <a:gd name="T2" fmla="*/ 404 w 404"/>
                <a:gd name="T3" fmla="*/ 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8">
              <a:extLst>
                <a:ext uri="{FF2B5EF4-FFF2-40B4-BE49-F238E27FC236}">
                  <a16:creationId xmlns:a16="http://schemas.microsoft.com/office/drawing/2014/main" id="{AC25B5A1-6EF7-44EC-A2F0-1EDC96A79B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>
                <a:gd name="T0" fmla="*/ 774 w 774"/>
                <a:gd name="T1" fmla="*/ 0 h 1440"/>
                <a:gd name="T2" fmla="*/ 411 w 774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9">
              <a:extLst>
                <a:ext uri="{FF2B5EF4-FFF2-40B4-BE49-F238E27FC236}">
                  <a16:creationId xmlns:a16="http://schemas.microsoft.com/office/drawing/2014/main" id="{80B8582C-7E17-4115-9FF1-979C8405CB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>
                <a:gd name="T0" fmla="*/ 203 w 203"/>
                <a:gd name="T1" fmla="*/ 77 h 77"/>
                <a:gd name="T2" fmla="*/ 0 w 203"/>
                <a:gd name="T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10">
              <a:extLst>
                <a:ext uri="{FF2B5EF4-FFF2-40B4-BE49-F238E27FC236}">
                  <a16:creationId xmlns:a16="http://schemas.microsoft.com/office/drawing/2014/main" id="{F6C4AB66-7A18-4E51-935B-237F4CA827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>
                <a:gd name="T0" fmla="*/ 0 w 351"/>
                <a:gd name="T1" fmla="*/ 332 h 332"/>
                <a:gd name="T2" fmla="*/ 351 w 351"/>
                <a:gd name="T3" fmla="*/ 0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11">
              <a:extLst>
                <a:ext uri="{FF2B5EF4-FFF2-40B4-BE49-F238E27FC236}">
                  <a16:creationId xmlns:a16="http://schemas.microsoft.com/office/drawing/2014/main" id="{CDF12911-A240-4580-8788-0C49DB1FED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>
                <a:gd name="T0" fmla="*/ 762 w 762"/>
                <a:gd name="T1" fmla="*/ 0 h 1440"/>
                <a:gd name="T2" fmla="*/ 403 w 76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12">
              <a:extLst>
                <a:ext uri="{FF2B5EF4-FFF2-40B4-BE49-F238E27FC236}">
                  <a16:creationId xmlns:a16="http://schemas.microsoft.com/office/drawing/2014/main" id="{EAE0F5DE-442D-4F6C-B02C-2568ED195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>
                <a:gd name="T0" fmla="*/ 140 w 140"/>
                <a:gd name="T1" fmla="*/ 54 h 54"/>
                <a:gd name="T2" fmla="*/ 0 w 140"/>
                <a:gd name="T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13">
              <a:extLst>
                <a:ext uri="{FF2B5EF4-FFF2-40B4-BE49-F238E27FC236}">
                  <a16:creationId xmlns:a16="http://schemas.microsoft.com/office/drawing/2014/main" id="{4F24A002-AFDE-4034-85BE-CBF005AE92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>
                <a:gd name="T0" fmla="*/ 0 w 321"/>
                <a:gd name="T1" fmla="*/ 302 h 302"/>
                <a:gd name="T2" fmla="*/ 321 w 321"/>
                <a:gd name="T3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Freeform 14">
              <a:extLst>
                <a:ext uri="{FF2B5EF4-FFF2-40B4-BE49-F238E27FC236}">
                  <a16:creationId xmlns:a16="http://schemas.microsoft.com/office/drawing/2014/main" id="{36F0721E-B4B0-4A6C-A92C-F8DE92D3A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>
                <a:gd name="T0" fmla="*/ 683 w 683"/>
                <a:gd name="T1" fmla="*/ 0 h 1440"/>
                <a:gd name="T2" fmla="*/ 355 w 68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15">
              <a:extLst>
                <a:ext uri="{FF2B5EF4-FFF2-40B4-BE49-F238E27FC236}">
                  <a16:creationId xmlns:a16="http://schemas.microsoft.com/office/drawing/2014/main" id="{54D2DC98-69F8-4F2F-9D45-BDFFA5E2B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>
                <a:gd name="T0" fmla="*/ 0 w 287"/>
                <a:gd name="T1" fmla="*/ 279 h 279"/>
                <a:gd name="T2" fmla="*/ 287 w 287"/>
                <a:gd name="T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16">
              <a:extLst>
                <a:ext uri="{FF2B5EF4-FFF2-40B4-BE49-F238E27FC236}">
                  <a16:creationId xmlns:a16="http://schemas.microsoft.com/office/drawing/2014/main" id="{0A636E33-DC38-40B9-B941-037E5D860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>
                <a:gd name="T0" fmla="*/ 680 w 680"/>
                <a:gd name="T1" fmla="*/ 0 h 1440"/>
                <a:gd name="T2" fmla="*/ 337 w 68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17">
              <a:extLst>
                <a:ext uri="{FF2B5EF4-FFF2-40B4-BE49-F238E27FC236}">
                  <a16:creationId xmlns:a16="http://schemas.microsoft.com/office/drawing/2014/main" id="{03D30690-68C2-4AEC-9789-1495D97E1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>
                <a:gd name="T0" fmla="*/ 0 w 250"/>
                <a:gd name="T1" fmla="*/ 242 h 242"/>
                <a:gd name="T2" fmla="*/ 250 w 250"/>
                <a:gd name="T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Freeform 18">
              <a:extLst>
                <a:ext uri="{FF2B5EF4-FFF2-40B4-BE49-F238E27FC236}">
                  <a16:creationId xmlns:a16="http://schemas.microsoft.com/office/drawing/2014/main" id="{1020B1B9-821B-49FB-BDC9-57DA08CBC3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>
                <a:gd name="T0" fmla="*/ 720 w 720"/>
                <a:gd name="T1" fmla="*/ 0 h 1440"/>
                <a:gd name="T2" fmla="*/ 362 w 7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Freeform 19">
              <a:extLst>
                <a:ext uri="{FF2B5EF4-FFF2-40B4-BE49-F238E27FC236}">
                  <a16:creationId xmlns:a16="http://schemas.microsoft.com/office/drawing/2014/main" id="{720EDCE4-8B18-413F-989E-E79628E5AF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>
                <a:gd name="T0" fmla="*/ 0 w 185"/>
                <a:gd name="T1" fmla="*/ 167 h 167"/>
                <a:gd name="T2" fmla="*/ 185 w 185"/>
                <a:gd name="T3" fmla="*/ 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Freeform 20">
              <a:extLst>
                <a:ext uri="{FF2B5EF4-FFF2-40B4-BE49-F238E27FC236}">
                  <a16:creationId xmlns:a16="http://schemas.microsoft.com/office/drawing/2014/main" id="{8563351E-0DDD-4FC8-8D0C-1E446E3C1B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>
                <a:gd name="T0" fmla="*/ 572 w 572"/>
                <a:gd name="T1" fmla="*/ 0 h 1440"/>
                <a:gd name="T2" fmla="*/ 164 w 57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Freeform 21">
              <a:extLst>
                <a:ext uri="{FF2B5EF4-FFF2-40B4-BE49-F238E27FC236}">
                  <a16:creationId xmlns:a16="http://schemas.microsoft.com/office/drawing/2014/main" id="{15E8B705-64E7-4513-B3CB-BF46C35732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>
                <a:gd name="T0" fmla="*/ 620 w 620"/>
                <a:gd name="T1" fmla="*/ 0 h 1440"/>
                <a:gd name="T2" fmla="*/ 186 w 6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Freeform 22">
              <a:extLst>
                <a:ext uri="{FF2B5EF4-FFF2-40B4-BE49-F238E27FC236}">
                  <a16:creationId xmlns:a16="http://schemas.microsoft.com/office/drawing/2014/main" id="{30DAEE1C-EBB5-47F5-9E76-564FCFDBF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>
                <a:gd name="T0" fmla="*/ 506 w 506"/>
                <a:gd name="T1" fmla="*/ 0 h 1440"/>
                <a:gd name="T2" fmla="*/ 171 w 506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Freeform 23">
              <a:extLst>
                <a:ext uri="{FF2B5EF4-FFF2-40B4-BE49-F238E27FC236}">
                  <a16:creationId xmlns:a16="http://schemas.microsoft.com/office/drawing/2014/main" id="{EDB255E9-A3E2-4098-99A1-FE38FAD15D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>
                <a:gd name="T0" fmla="*/ 373 w 373"/>
                <a:gd name="T1" fmla="*/ 0 h 673"/>
                <a:gd name="T2" fmla="*/ 0 w 373"/>
                <a:gd name="T3" fmla="*/ 673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Freeform 24">
              <a:extLst>
                <a:ext uri="{FF2B5EF4-FFF2-40B4-BE49-F238E27FC236}">
                  <a16:creationId xmlns:a16="http://schemas.microsoft.com/office/drawing/2014/main" id="{D2507F2A-27AF-4833-8273-5FC9A98863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>
                <a:gd name="T0" fmla="*/ 0 w 45"/>
                <a:gd name="T1" fmla="*/ 0 h 174"/>
                <a:gd name="T2" fmla="*/ 45 w 45"/>
                <a:gd name="T3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Freeform 25">
              <a:extLst>
                <a:ext uri="{FF2B5EF4-FFF2-40B4-BE49-F238E27FC236}">
                  <a16:creationId xmlns:a16="http://schemas.microsoft.com/office/drawing/2014/main" id="{8DFB8904-0CB8-45AD-ABD2-F7A582365E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>
                <a:gd name="T0" fmla="*/ 329 w 329"/>
                <a:gd name="T1" fmla="*/ 0 h 469"/>
                <a:gd name="T2" fmla="*/ 0 w 329"/>
                <a:gd name="T3" fmla="*/ 4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32B9FCC-FFCB-6BB0-E32D-24D63354B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287" y="798881"/>
            <a:ext cx="8673427" cy="1048945"/>
          </a:xfrm>
        </p:spPr>
        <p:txBody>
          <a:bodyPr>
            <a:normAutofit/>
          </a:bodyPr>
          <a:lstStyle/>
          <a:p>
            <a:r>
              <a:rPr lang="en-US" sz="2500">
                <a:solidFill>
                  <a:schemeClr val="tx1"/>
                </a:solidFill>
              </a:rPr>
              <a:t>ERD CỐT LÕI – GIẢI QUYẾT BÀI TOÁN BIẾN THỂ (SIZE 8X)</a:t>
            </a:r>
          </a:p>
        </p:txBody>
      </p:sp>
      <p:graphicFrame>
        <p:nvGraphicFramePr>
          <p:cNvPr id="38" name="Rectangle 1">
            <a:extLst>
              <a:ext uri="{FF2B5EF4-FFF2-40B4-BE49-F238E27FC236}">
                <a16:creationId xmlns:a16="http://schemas.microsoft.com/office/drawing/2014/main" id="{FFB84C0D-D34D-1796-FDD5-7A03FE9BE6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0945485"/>
              </p:ext>
            </p:extLst>
          </p:nvPr>
        </p:nvGraphicFramePr>
        <p:xfrm>
          <a:off x="807722" y="1990976"/>
          <a:ext cx="10576558" cy="4175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6390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EA06921-3C0C-4126-AF75-9499D4839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145" name="Freeform 5">
              <a:extLst>
                <a:ext uri="{FF2B5EF4-FFF2-40B4-BE49-F238E27FC236}">
                  <a16:creationId xmlns:a16="http://schemas.microsoft.com/office/drawing/2014/main" id="{B8087084-CC7C-4D37-B821-F12CD3D29F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6">
              <a:extLst>
                <a:ext uri="{FF2B5EF4-FFF2-40B4-BE49-F238E27FC236}">
                  <a16:creationId xmlns:a16="http://schemas.microsoft.com/office/drawing/2014/main" id="{A27EF3C6-8AF8-41C0-B4DF-664F24087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7">
              <a:extLst>
                <a:ext uri="{FF2B5EF4-FFF2-40B4-BE49-F238E27FC236}">
                  <a16:creationId xmlns:a16="http://schemas.microsoft.com/office/drawing/2014/main" id="{46AD5CB4-13ED-4F2B-BA75-CA731F668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8">
              <a:extLst>
                <a:ext uri="{FF2B5EF4-FFF2-40B4-BE49-F238E27FC236}">
                  <a16:creationId xmlns:a16="http://schemas.microsoft.com/office/drawing/2014/main" id="{6C2FD3B8-D702-4F83-BA99-D239212113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9">
              <a:extLst>
                <a:ext uri="{FF2B5EF4-FFF2-40B4-BE49-F238E27FC236}">
                  <a16:creationId xmlns:a16="http://schemas.microsoft.com/office/drawing/2014/main" id="{1AF0D977-DBC6-44B7-93FB-3F76406CF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0">
              <a:extLst>
                <a:ext uri="{FF2B5EF4-FFF2-40B4-BE49-F238E27FC236}">
                  <a16:creationId xmlns:a16="http://schemas.microsoft.com/office/drawing/2014/main" id="{B3ED27DF-D17E-4922-8394-821ED92539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1">
              <a:extLst>
                <a:ext uri="{FF2B5EF4-FFF2-40B4-BE49-F238E27FC236}">
                  <a16:creationId xmlns:a16="http://schemas.microsoft.com/office/drawing/2014/main" id="{800084EB-3C31-445C-8B2E-F43BA7ED3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2">
              <a:extLst>
                <a:ext uri="{FF2B5EF4-FFF2-40B4-BE49-F238E27FC236}">
                  <a16:creationId xmlns:a16="http://schemas.microsoft.com/office/drawing/2014/main" id="{5EE7F4D6-BE2E-41A9-A417-BA1AE4583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3">
              <a:extLst>
                <a:ext uri="{FF2B5EF4-FFF2-40B4-BE49-F238E27FC236}">
                  <a16:creationId xmlns:a16="http://schemas.microsoft.com/office/drawing/2014/main" id="{8805A789-4E10-46CF-A22B-8841C1CDFA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4">
              <a:extLst>
                <a:ext uri="{FF2B5EF4-FFF2-40B4-BE49-F238E27FC236}">
                  <a16:creationId xmlns:a16="http://schemas.microsoft.com/office/drawing/2014/main" id="{9BD0D630-7987-48B7-A636-0ED234E22E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">
              <a:extLst>
                <a:ext uri="{FF2B5EF4-FFF2-40B4-BE49-F238E27FC236}">
                  <a16:creationId xmlns:a16="http://schemas.microsoft.com/office/drawing/2014/main" id="{F4E7D46D-851A-4DA9-B24D-19DAE1FCF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6">
              <a:extLst>
                <a:ext uri="{FF2B5EF4-FFF2-40B4-BE49-F238E27FC236}">
                  <a16:creationId xmlns:a16="http://schemas.microsoft.com/office/drawing/2014/main" id="{BA38A754-A53E-469C-B89B-6C7FF9607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7">
              <a:extLst>
                <a:ext uri="{FF2B5EF4-FFF2-40B4-BE49-F238E27FC236}">
                  <a16:creationId xmlns:a16="http://schemas.microsoft.com/office/drawing/2014/main" id="{CAC17457-E557-440A-B5E0-40DFEEC89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8">
              <a:extLst>
                <a:ext uri="{FF2B5EF4-FFF2-40B4-BE49-F238E27FC236}">
                  <a16:creationId xmlns:a16="http://schemas.microsoft.com/office/drawing/2014/main" id="{4D697814-F310-40D2-8E79-93C1881074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9">
              <a:extLst>
                <a:ext uri="{FF2B5EF4-FFF2-40B4-BE49-F238E27FC236}">
                  <a16:creationId xmlns:a16="http://schemas.microsoft.com/office/drawing/2014/main" id="{0CA691A3-EEBB-46A7-A973-B1E2DD112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0">
              <a:extLst>
                <a:ext uri="{FF2B5EF4-FFF2-40B4-BE49-F238E27FC236}">
                  <a16:creationId xmlns:a16="http://schemas.microsoft.com/office/drawing/2014/main" id="{B7361B78-110B-4437-8058-4E05A4234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1">
              <a:extLst>
                <a:ext uri="{FF2B5EF4-FFF2-40B4-BE49-F238E27FC236}">
                  <a16:creationId xmlns:a16="http://schemas.microsoft.com/office/drawing/2014/main" id="{97B9FFE1-BC8C-4C55-AE5D-8FDD78001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22">
              <a:extLst>
                <a:ext uri="{FF2B5EF4-FFF2-40B4-BE49-F238E27FC236}">
                  <a16:creationId xmlns:a16="http://schemas.microsoft.com/office/drawing/2014/main" id="{6F87417E-9520-42E0-84D2-0C0225481A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23">
              <a:extLst>
                <a:ext uri="{FF2B5EF4-FFF2-40B4-BE49-F238E27FC236}">
                  <a16:creationId xmlns:a16="http://schemas.microsoft.com/office/drawing/2014/main" id="{1235F6B6-5324-426D-84BE-EF96FD430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24">
              <a:extLst>
                <a:ext uri="{FF2B5EF4-FFF2-40B4-BE49-F238E27FC236}">
                  <a16:creationId xmlns:a16="http://schemas.microsoft.com/office/drawing/2014/main" id="{093C61D3-C80D-4599-8280-763868B242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25">
              <a:extLst>
                <a:ext uri="{FF2B5EF4-FFF2-40B4-BE49-F238E27FC236}">
                  <a16:creationId xmlns:a16="http://schemas.microsoft.com/office/drawing/2014/main" id="{D6D942F2-89B9-4755-89D9-436583176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C40B6375-7479-45C4-8B99-EA1CF75F3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22225">
            <a:solidFill>
              <a:srgbClr val="FF7700"/>
            </a:solidFill>
          </a:ln>
          <a:effectLst>
            <a:outerShdw blurRad="762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6C8C8C-09CD-A203-D089-6C094D838DDC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12" y="643467"/>
            <a:ext cx="366297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774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0" name="Rectangle 169">
            <a:extLst>
              <a:ext uri="{FF2B5EF4-FFF2-40B4-BE49-F238E27FC236}">
                <a16:creationId xmlns:a16="http://schemas.microsoft.com/office/drawing/2014/main" id="{982413CC-69E6-4BDA-A88D-E4EF8F95B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4F1F7357-8633-4CE7-BF80-475EE8A2F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172" name="Freeform 5">
              <a:extLst>
                <a:ext uri="{FF2B5EF4-FFF2-40B4-BE49-F238E27FC236}">
                  <a16:creationId xmlns:a16="http://schemas.microsoft.com/office/drawing/2014/main" id="{E402FE4E-C12D-497C-AF81-F08E4E02B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>
                <a:gd name="T0" fmla="*/ 813 w 813"/>
                <a:gd name="T1" fmla="*/ 0 h 1440"/>
                <a:gd name="T2" fmla="*/ 435 w 81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3" name="Freeform 6">
              <a:extLst>
                <a:ext uri="{FF2B5EF4-FFF2-40B4-BE49-F238E27FC236}">
                  <a16:creationId xmlns:a16="http://schemas.microsoft.com/office/drawing/2014/main" id="{59247B10-170D-4E62-849A-38FCB43C6A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>
                <a:gd name="T0" fmla="*/ 324 w 324"/>
                <a:gd name="T1" fmla="*/ 117 h 117"/>
                <a:gd name="T2" fmla="*/ 0 w 324"/>
                <a:gd name="T3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4" name="Freeform 7">
              <a:extLst>
                <a:ext uri="{FF2B5EF4-FFF2-40B4-BE49-F238E27FC236}">
                  <a16:creationId xmlns:a16="http://schemas.microsoft.com/office/drawing/2014/main" id="{89A587A7-1BEF-45AA-9EFC-6558A8749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>
                <a:gd name="T0" fmla="*/ 0 w 404"/>
                <a:gd name="T1" fmla="*/ 385 h 385"/>
                <a:gd name="T2" fmla="*/ 404 w 404"/>
                <a:gd name="T3" fmla="*/ 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5" name="Freeform 8">
              <a:extLst>
                <a:ext uri="{FF2B5EF4-FFF2-40B4-BE49-F238E27FC236}">
                  <a16:creationId xmlns:a16="http://schemas.microsoft.com/office/drawing/2014/main" id="{AC25B5A1-6EF7-44EC-A2F0-1EDC96A79B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>
                <a:gd name="T0" fmla="*/ 774 w 774"/>
                <a:gd name="T1" fmla="*/ 0 h 1440"/>
                <a:gd name="T2" fmla="*/ 411 w 774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6" name="Freeform 9">
              <a:extLst>
                <a:ext uri="{FF2B5EF4-FFF2-40B4-BE49-F238E27FC236}">
                  <a16:creationId xmlns:a16="http://schemas.microsoft.com/office/drawing/2014/main" id="{80B8582C-7E17-4115-9FF1-979C8405CB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>
                <a:gd name="T0" fmla="*/ 203 w 203"/>
                <a:gd name="T1" fmla="*/ 77 h 77"/>
                <a:gd name="T2" fmla="*/ 0 w 203"/>
                <a:gd name="T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7" name="Freeform 10">
              <a:extLst>
                <a:ext uri="{FF2B5EF4-FFF2-40B4-BE49-F238E27FC236}">
                  <a16:creationId xmlns:a16="http://schemas.microsoft.com/office/drawing/2014/main" id="{F6C4AB66-7A18-4E51-935B-237F4CA827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>
                <a:gd name="T0" fmla="*/ 0 w 351"/>
                <a:gd name="T1" fmla="*/ 332 h 332"/>
                <a:gd name="T2" fmla="*/ 351 w 351"/>
                <a:gd name="T3" fmla="*/ 0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8" name="Freeform 11">
              <a:extLst>
                <a:ext uri="{FF2B5EF4-FFF2-40B4-BE49-F238E27FC236}">
                  <a16:creationId xmlns:a16="http://schemas.microsoft.com/office/drawing/2014/main" id="{CDF12911-A240-4580-8788-0C49DB1FED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>
                <a:gd name="T0" fmla="*/ 762 w 762"/>
                <a:gd name="T1" fmla="*/ 0 h 1440"/>
                <a:gd name="T2" fmla="*/ 403 w 76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9" name="Freeform 12">
              <a:extLst>
                <a:ext uri="{FF2B5EF4-FFF2-40B4-BE49-F238E27FC236}">
                  <a16:creationId xmlns:a16="http://schemas.microsoft.com/office/drawing/2014/main" id="{EAE0F5DE-442D-4F6C-B02C-2568ED195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>
                <a:gd name="T0" fmla="*/ 140 w 140"/>
                <a:gd name="T1" fmla="*/ 54 h 54"/>
                <a:gd name="T2" fmla="*/ 0 w 140"/>
                <a:gd name="T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0" name="Freeform 13">
              <a:extLst>
                <a:ext uri="{FF2B5EF4-FFF2-40B4-BE49-F238E27FC236}">
                  <a16:creationId xmlns:a16="http://schemas.microsoft.com/office/drawing/2014/main" id="{4F24A002-AFDE-4034-85BE-CBF005AE92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>
                <a:gd name="T0" fmla="*/ 0 w 321"/>
                <a:gd name="T1" fmla="*/ 302 h 302"/>
                <a:gd name="T2" fmla="*/ 321 w 321"/>
                <a:gd name="T3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1" name="Freeform 14">
              <a:extLst>
                <a:ext uri="{FF2B5EF4-FFF2-40B4-BE49-F238E27FC236}">
                  <a16:creationId xmlns:a16="http://schemas.microsoft.com/office/drawing/2014/main" id="{36F0721E-B4B0-4A6C-A92C-F8DE92D3A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>
                <a:gd name="T0" fmla="*/ 683 w 683"/>
                <a:gd name="T1" fmla="*/ 0 h 1440"/>
                <a:gd name="T2" fmla="*/ 355 w 68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2" name="Freeform 15">
              <a:extLst>
                <a:ext uri="{FF2B5EF4-FFF2-40B4-BE49-F238E27FC236}">
                  <a16:creationId xmlns:a16="http://schemas.microsoft.com/office/drawing/2014/main" id="{54D2DC98-69F8-4F2F-9D45-BDFFA5E2B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>
                <a:gd name="T0" fmla="*/ 0 w 287"/>
                <a:gd name="T1" fmla="*/ 279 h 279"/>
                <a:gd name="T2" fmla="*/ 287 w 287"/>
                <a:gd name="T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3" name="Freeform 16">
              <a:extLst>
                <a:ext uri="{FF2B5EF4-FFF2-40B4-BE49-F238E27FC236}">
                  <a16:creationId xmlns:a16="http://schemas.microsoft.com/office/drawing/2014/main" id="{0A636E33-DC38-40B9-B941-037E5D860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>
                <a:gd name="T0" fmla="*/ 680 w 680"/>
                <a:gd name="T1" fmla="*/ 0 h 1440"/>
                <a:gd name="T2" fmla="*/ 337 w 68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4" name="Freeform 17">
              <a:extLst>
                <a:ext uri="{FF2B5EF4-FFF2-40B4-BE49-F238E27FC236}">
                  <a16:creationId xmlns:a16="http://schemas.microsoft.com/office/drawing/2014/main" id="{03D30690-68C2-4AEC-9789-1495D97E1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>
                <a:gd name="T0" fmla="*/ 0 w 250"/>
                <a:gd name="T1" fmla="*/ 242 h 242"/>
                <a:gd name="T2" fmla="*/ 250 w 250"/>
                <a:gd name="T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5" name="Freeform 18">
              <a:extLst>
                <a:ext uri="{FF2B5EF4-FFF2-40B4-BE49-F238E27FC236}">
                  <a16:creationId xmlns:a16="http://schemas.microsoft.com/office/drawing/2014/main" id="{1020B1B9-821B-49FB-BDC9-57DA08CBC3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>
                <a:gd name="T0" fmla="*/ 720 w 720"/>
                <a:gd name="T1" fmla="*/ 0 h 1440"/>
                <a:gd name="T2" fmla="*/ 362 w 7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6" name="Freeform 19">
              <a:extLst>
                <a:ext uri="{FF2B5EF4-FFF2-40B4-BE49-F238E27FC236}">
                  <a16:creationId xmlns:a16="http://schemas.microsoft.com/office/drawing/2014/main" id="{720EDCE4-8B18-413F-989E-E79628E5AF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>
                <a:gd name="T0" fmla="*/ 0 w 185"/>
                <a:gd name="T1" fmla="*/ 167 h 167"/>
                <a:gd name="T2" fmla="*/ 185 w 185"/>
                <a:gd name="T3" fmla="*/ 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7" name="Freeform 20">
              <a:extLst>
                <a:ext uri="{FF2B5EF4-FFF2-40B4-BE49-F238E27FC236}">
                  <a16:creationId xmlns:a16="http://schemas.microsoft.com/office/drawing/2014/main" id="{8563351E-0DDD-4FC8-8D0C-1E446E3C1B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>
                <a:gd name="T0" fmla="*/ 572 w 572"/>
                <a:gd name="T1" fmla="*/ 0 h 1440"/>
                <a:gd name="T2" fmla="*/ 164 w 57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8" name="Freeform 21">
              <a:extLst>
                <a:ext uri="{FF2B5EF4-FFF2-40B4-BE49-F238E27FC236}">
                  <a16:creationId xmlns:a16="http://schemas.microsoft.com/office/drawing/2014/main" id="{15E8B705-64E7-4513-B3CB-BF46C35732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>
                <a:gd name="T0" fmla="*/ 620 w 620"/>
                <a:gd name="T1" fmla="*/ 0 h 1440"/>
                <a:gd name="T2" fmla="*/ 186 w 6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9" name="Freeform 22">
              <a:extLst>
                <a:ext uri="{FF2B5EF4-FFF2-40B4-BE49-F238E27FC236}">
                  <a16:creationId xmlns:a16="http://schemas.microsoft.com/office/drawing/2014/main" id="{30DAEE1C-EBB5-47F5-9E76-564FCFDBF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>
                <a:gd name="T0" fmla="*/ 506 w 506"/>
                <a:gd name="T1" fmla="*/ 0 h 1440"/>
                <a:gd name="T2" fmla="*/ 171 w 506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0" name="Freeform 23">
              <a:extLst>
                <a:ext uri="{FF2B5EF4-FFF2-40B4-BE49-F238E27FC236}">
                  <a16:creationId xmlns:a16="http://schemas.microsoft.com/office/drawing/2014/main" id="{EDB255E9-A3E2-4098-99A1-FE38FAD15D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>
                <a:gd name="T0" fmla="*/ 373 w 373"/>
                <a:gd name="T1" fmla="*/ 0 h 673"/>
                <a:gd name="T2" fmla="*/ 0 w 373"/>
                <a:gd name="T3" fmla="*/ 673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1" name="Freeform 24">
              <a:extLst>
                <a:ext uri="{FF2B5EF4-FFF2-40B4-BE49-F238E27FC236}">
                  <a16:creationId xmlns:a16="http://schemas.microsoft.com/office/drawing/2014/main" id="{D2507F2A-27AF-4833-8273-5FC9A98863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>
                <a:gd name="T0" fmla="*/ 0 w 45"/>
                <a:gd name="T1" fmla="*/ 0 h 174"/>
                <a:gd name="T2" fmla="*/ 45 w 45"/>
                <a:gd name="T3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2" name="Freeform 25">
              <a:extLst>
                <a:ext uri="{FF2B5EF4-FFF2-40B4-BE49-F238E27FC236}">
                  <a16:creationId xmlns:a16="http://schemas.microsoft.com/office/drawing/2014/main" id="{8DFB8904-0CB8-45AD-ABD2-F7A582365E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>
                <a:gd name="T0" fmla="*/ 329 w 329"/>
                <a:gd name="T1" fmla="*/ 0 h 469"/>
                <a:gd name="T2" fmla="*/ 0 w 329"/>
                <a:gd name="T3" fmla="*/ 4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F8DA201-BE25-EAA6-8999-F785EFBA6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287" y="798881"/>
            <a:ext cx="8673427" cy="1048945"/>
          </a:xfrm>
        </p:spPr>
        <p:txBody>
          <a:bodyPr>
            <a:normAutofit/>
          </a:bodyPr>
          <a:lstStyle/>
          <a:p>
            <a:r>
              <a:rPr lang="en-US" sz="2500">
                <a:solidFill>
                  <a:schemeClr val="tx1"/>
                </a:solidFill>
              </a:rPr>
              <a:t>ERD TỔNG QUÁT – HỆ SINH THÁI AI &amp; DỊCH VỤ THỢ MAY</a:t>
            </a:r>
          </a:p>
        </p:txBody>
      </p:sp>
      <p:graphicFrame>
        <p:nvGraphicFramePr>
          <p:cNvPr id="37" name="Content Placeholder 2">
            <a:extLst>
              <a:ext uri="{FF2B5EF4-FFF2-40B4-BE49-F238E27FC236}">
                <a16:creationId xmlns:a16="http://schemas.microsoft.com/office/drawing/2014/main" id="{9FEFB854-A290-211D-8BF7-20C0C57675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94849331"/>
              </p:ext>
            </p:extLst>
          </p:nvPr>
        </p:nvGraphicFramePr>
        <p:xfrm>
          <a:off x="807722" y="1990976"/>
          <a:ext cx="10576558" cy="4175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27494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9EA06921-3C0C-4126-AF75-9499D4839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B8087084-CC7C-4D37-B821-F12CD3D29F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6">
              <a:extLst>
                <a:ext uri="{FF2B5EF4-FFF2-40B4-BE49-F238E27FC236}">
                  <a16:creationId xmlns:a16="http://schemas.microsoft.com/office/drawing/2014/main" id="{A27EF3C6-8AF8-41C0-B4DF-664F24087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7">
              <a:extLst>
                <a:ext uri="{FF2B5EF4-FFF2-40B4-BE49-F238E27FC236}">
                  <a16:creationId xmlns:a16="http://schemas.microsoft.com/office/drawing/2014/main" id="{46AD5CB4-13ED-4F2B-BA75-CA731F668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8">
              <a:extLst>
                <a:ext uri="{FF2B5EF4-FFF2-40B4-BE49-F238E27FC236}">
                  <a16:creationId xmlns:a16="http://schemas.microsoft.com/office/drawing/2014/main" id="{6C2FD3B8-D702-4F83-BA99-D239212113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9">
              <a:extLst>
                <a:ext uri="{FF2B5EF4-FFF2-40B4-BE49-F238E27FC236}">
                  <a16:creationId xmlns:a16="http://schemas.microsoft.com/office/drawing/2014/main" id="{1AF0D977-DBC6-44B7-93FB-3F76406CF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B3ED27DF-D17E-4922-8394-821ED92539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800084EB-3C31-445C-8B2E-F43BA7ED3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5EE7F4D6-BE2E-41A9-A417-BA1AE4583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8805A789-4E10-46CF-A22B-8841C1CDFA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BD0D630-7987-48B7-A636-0ED234E22E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F4E7D46D-851A-4DA9-B24D-19DAE1FCF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BA38A754-A53E-469C-B89B-6C7FF9607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CAC17457-E557-440A-B5E0-40DFEEC89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4D697814-F310-40D2-8E79-93C1881074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0CA691A3-EEBB-46A7-A973-B1E2DD112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B7361B78-110B-4437-8058-4E05A4234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97B9FFE1-BC8C-4C55-AE5D-8FDD78001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6F87417E-9520-42E0-84D2-0C0225481A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1235F6B6-5324-426D-84BE-EF96FD430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093C61D3-C80D-4599-8280-763868B242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D6D942F2-89B9-4755-89D9-436583176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C40B6375-7479-45C4-8B99-EA1CF75F3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22225">
            <a:solidFill>
              <a:srgbClr val="FBAC15"/>
            </a:solidFill>
          </a:ln>
          <a:effectLst>
            <a:outerShdw blurRad="762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B4F8F0-FDCC-2BD4-C2FA-32ADB06A9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613" y="643467"/>
            <a:ext cx="1036477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424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982413CC-69E6-4BDA-A88D-E4EF8F95B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1F7357-8633-4CE7-BF80-475EE8A2F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66" name="Freeform 5">
              <a:extLst>
                <a:ext uri="{FF2B5EF4-FFF2-40B4-BE49-F238E27FC236}">
                  <a16:creationId xmlns:a16="http://schemas.microsoft.com/office/drawing/2014/main" id="{E402FE4E-C12D-497C-AF81-F08E4E02B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>
                <a:gd name="T0" fmla="*/ 813 w 813"/>
                <a:gd name="T1" fmla="*/ 0 h 1440"/>
                <a:gd name="T2" fmla="*/ 435 w 81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Freeform 6">
              <a:extLst>
                <a:ext uri="{FF2B5EF4-FFF2-40B4-BE49-F238E27FC236}">
                  <a16:creationId xmlns:a16="http://schemas.microsoft.com/office/drawing/2014/main" id="{59247B10-170D-4E62-849A-38FCB43C6A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>
                <a:gd name="T0" fmla="*/ 324 w 324"/>
                <a:gd name="T1" fmla="*/ 117 h 117"/>
                <a:gd name="T2" fmla="*/ 0 w 324"/>
                <a:gd name="T3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Freeform 7">
              <a:extLst>
                <a:ext uri="{FF2B5EF4-FFF2-40B4-BE49-F238E27FC236}">
                  <a16:creationId xmlns:a16="http://schemas.microsoft.com/office/drawing/2014/main" id="{89A587A7-1BEF-45AA-9EFC-6558A8749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>
                <a:gd name="T0" fmla="*/ 0 w 404"/>
                <a:gd name="T1" fmla="*/ 385 h 385"/>
                <a:gd name="T2" fmla="*/ 404 w 404"/>
                <a:gd name="T3" fmla="*/ 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Freeform 8">
              <a:extLst>
                <a:ext uri="{FF2B5EF4-FFF2-40B4-BE49-F238E27FC236}">
                  <a16:creationId xmlns:a16="http://schemas.microsoft.com/office/drawing/2014/main" id="{AC25B5A1-6EF7-44EC-A2F0-1EDC96A79B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>
                <a:gd name="T0" fmla="*/ 774 w 774"/>
                <a:gd name="T1" fmla="*/ 0 h 1440"/>
                <a:gd name="T2" fmla="*/ 411 w 774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9">
              <a:extLst>
                <a:ext uri="{FF2B5EF4-FFF2-40B4-BE49-F238E27FC236}">
                  <a16:creationId xmlns:a16="http://schemas.microsoft.com/office/drawing/2014/main" id="{80B8582C-7E17-4115-9FF1-979C8405CB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>
                <a:gd name="T0" fmla="*/ 203 w 203"/>
                <a:gd name="T1" fmla="*/ 77 h 77"/>
                <a:gd name="T2" fmla="*/ 0 w 203"/>
                <a:gd name="T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10">
              <a:extLst>
                <a:ext uri="{FF2B5EF4-FFF2-40B4-BE49-F238E27FC236}">
                  <a16:creationId xmlns:a16="http://schemas.microsoft.com/office/drawing/2014/main" id="{F6C4AB66-7A18-4E51-935B-237F4CA827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>
                <a:gd name="T0" fmla="*/ 0 w 351"/>
                <a:gd name="T1" fmla="*/ 332 h 332"/>
                <a:gd name="T2" fmla="*/ 351 w 351"/>
                <a:gd name="T3" fmla="*/ 0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Freeform 11">
              <a:extLst>
                <a:ext uri="{FF2B5EF4-FFF2-40B4-BE49-F238E27FC236}">
                  <a16:creationId xmlns:a16="http://schemas.microsoft.com/office/drawing/2014/main" id="{CDF12911-A240-4580-8788-0C49DB1FED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>
                <a:gd name="T0" fmla="*/ 762 w 762"/>
                <a:gd name="T1" fmla="*/ 0 h 1440"/>
                <a:gd name="T2" fmla="*/ 403 w 76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12">
              <a:extLst>
                <a:ext uri="{FF2B5EF4-FFF2-40B4-BE49-F238E27FC236}">
                  <a16:creationId xmlns:a16="http://schemas.microsoft.com/office/drawing/2014/main" id="{EAE0F5DE-442D-4F6C-B02C-2568ED195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>
                <a:gd name="T0" fmla="*/ 140 w 140"/>
                <a:gd name="T1" fmla="*/ 54 h 54"/>
                <a:gd name="T2" fmla="*/ 0 w 140"/>
                <a:gd name="T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Freeform 13">
              <a:extLst>
                <a:ext uri="{FF2B5EF4-FFF2-40B4-BE49-F238E27FC236}">
                  <a16:creationId xmlns:a16="http://schemas.microsoft.com/office/drawing/2014/main" id="{4F24A002-AFDE-4034-85BE-CBF005AE92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>
                <a:gd name="T0" fmla="*/ 0 w 321"/>
                <a:gd name="T1" fmla="*/ 302 h 302"/>
                <a:gd name="T2" fmla="*/ 321 w 321"/>
                <a:gd name="T3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Freeform 14">
              <a:extLst>
                <a:ext uri="{FF2B5EF4-FFF2-40B4-BE49-F238E27FC236}">
                  <a16:creationId xmlns:a16="http://schemas.microsoft.com/office/drawing/2014/main" id="{36F0721E-B4B0-4A6C-A92C-F8DE92D3A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>
                <a:gd name="T0" fmla="*/ 683 w 683"/>
                <a:gd name="T1" fmla="*/ 0 h 1440"/>
                <a:gd name="T2" fmla="*/ 355 w 68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Freeform 15">
              <a:extLst>
                <a:ext uri="{FF2B5EF4-FFF2-40B4-BE49-F238E27FC236}">
                  <a16:creationId xmlns:a16="http://schemas.microsoft.com/office/drawing/2014/main" id="{54D2DC98-69F8-4F2F-9D45-BDFFA5E2B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>
                <a:gd name="T0" fmla="*/ 0 w 287"/>
                <a:gd name="T1" fmla="*/ 279 h 279"/>
                <a:gd name="T2" fmla="*/ 287 w 287"/>
                <a:gd name="T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Freeform 16">
              <a:extLst>
                <a:ext uri="{FF2B5EF4-FFF2-40B4-BE49-F238E27FC236}">
                  <a16:creationId xmlns:a16="http://schemas.microsoft.com/office/drawing/2014/main" id="{0A636E33-DC38-40B9-B941-037E5D860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>
                <a:gd name="T0" fmla="*/ 680 w 680"/>
                <a:gd name="T1" fmla="*/ 0 h 1440"/>
                <a:gd name="T2" fmla="*/ 337 w 68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Freeform 17">
              <a:extLst>
                <a:ext uri="{FF2B5EF4-FFF2-40B4-BE49-F238E27FC236}">
                  <a16:creationId xmlns:a16="http://schemas.microsoft.com/office/drawing/2014/main" id="{03D30690-68C2-4AEC-9789-1495D97E1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>
                <a:gd name="T0" fmla="*/ 0 w 250"/>
                <a:gd name="T1" fmla="*/ 242 h 242"/>
                <a:gd name="T2" fmla="*/ 250 w 250"/>
                <a:gd name="T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Freeform 18">
              <a:extLst>
                <a:ext uri="{FF2B5EF4-FFF2-40B4-BE49-F238E27FC236}">
                  <a16:creationId xmlns:a16="http://schemas.microsoft.com/office/drawing/2014/main" id="{1020B1B9-821B-49FB-BDC9-57DA08CBC3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>
                <a:gd name="T0" fmla="*/ 720 w 720"/>
                <a:gd name="T1" fmla="*/ 0 h 1440"/>
                <a:gd name="T2" fmla="*/ 362 w 7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Freeform 19">
              <a:extLst>
                <a:ext uri="{FF2B5EF4-FFF2-40B4-BE49-F238E27FC236}">
                  <a16:creationId xmlns:a16="http://schemas.microsoft.com/office/drawing/2014/main" id="{720EDCE4-8B18-413F-989E-E79628E5AF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>
                <a:gd name="T0" fmla="*/ 0 w 185"/>
                <a:gd name="T1" fmla="*/ 167 h 167"/>
                <a:gd name="T2" fmla="*/ 185 w 185"/>
                <a:gd name="T3" fmla="*/ 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Freeform 20">
              <a:extLst>
                <a:ext uri="{FF2B5EF4-FFF2-40B4-BE49-F238E27FC236}">
                  <a16:creationId xmlns:a16="http://schemas.microsoft.com/office/drawing/2014/main" id="{8563351E-0DDD-4FC8-8D0C-1E446E3C1B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>
                <a:gd name="T0" fmla="*/ 572 w 572"/>
                <a:gd name="T1" fmla="*/ 0 h 1440"/>
                <a:gd name="T2" fmla="*/ 164 w 57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Freeform 21">
              <a:extLst>
                <a:ext uri="{FF2B5EF4-FFF2-40B4-BE49-F238E27FC236}">
                  <a16:creationId xmlns:a16="http://schemas.microsoft.com/office/drawing/2014/main" id="{15E8B705-64E7-4513-B3CB-BF46C35732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>
                <a:gd name="T0" fmla="*/ 620 w 620"/>
                <a:gd name="T1" fmla="*/ 0 h 1440"/>
                <a:gd name="T2" fmla="*/ 186 w 6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Freeform 22">
              <a:extLst>
                <a:ext uri="{FF2B5EF4-FFF2-40B4-BE49-F238E27FC236}">
                  <a16:creationId xmlns:a16="http://schemas.microsoft.com/office/drawing/2014/main" id="{30DAEE1C-EBB5-47F5-9E76-564FCFDBF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>
                <a:gd name="T0" fmla="*/ 506 w 506"/>
                <a:gd name="T1" fmla="*/ 0 h 1440"/>
                <a:gd name="T2" fmla="*/ 171 w 506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Freeform 23">
              <a:extLst>
                <a:ext uri="{FF2B5EF4-FFF2-40B4-BE49-F238E27FC236}">
                  <a16:creationId xmlns:a16="http://schemas.microsoft.com/office/drawing/2014/main" id="{EDB255E9-A3E2-4098-99A1-FE38FAD15D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>
                <a:gd name="T0" fmla="*/ 373 w 373"/>
                <a:gd name="T1" fmla="*/ 0 h 673"/>
                <a:gd name="T2" fmla="*/ 0 w 373"/>
                <a:gd name="T3" fmla="*/ 673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5" name="Freeform 24">
              <a:extLst>
                <a:ext uri="{FF2B5EF4-FFF2-40B4-BE49-F238E27FC236}">
                  <a16:creationId xmlns:a16="http://schemas.microsoft.com/office/drawing/2014/main" id="{D2507F2A-27AF-4833-8273-5FC9A98863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>
                <a:gd name="T0" fmla="*/ 0 w 45"/>
                <a:gd name="T1" fmla="*/ 0 h 174"/>
                <a:gd name="T2" fmla="*/ 45 w 45"/>
                <a:gd name="T3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6" name="Freeform 25">
              <a:extLst>
                <a:ext uri="{FF2B5EF4-FFF2-40B4-BE49-F238E27FC236}">
                  <a16:creationId xmlns:a16="http://schemas.microsoft.com/office/drawing/2014/main" id="{8DFB8904-0CB8-45AD-ABD2-F7A582365E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>
                <a:gd name="T0" fmla="*/ 329 w 329"/>
                <a:gd name="T1" fmla="*/ 0 h 469"/>
                <a:gd name="T2" fmla="*/ 0 w 329"/>
                <a:gd name="T3" fmla="*/ 4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2D2160D-672B-0E1F-7131-9BE8EA373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287" y="798881"/>
            <a:ext cx="8673427" cy="1048945"/>
          </a:xfrm>
        </p:spPr>
        <p:txBody>
          <a:bodyPr>
            <a:normAutofit/>
          </a:bodyPr>
          <a:lstStyle/>
          <a:p>
            <a:r>
              <a:rPr lang="en-US" sz="3100">
                <a:solidFill>
                  <a:schemeClr val="tx1"/>
                </a:solidFill>
              </a:rPr>
              <a:t>THỰC THI KỸ THUẬT (JPA MAPPING &amp; MYSQL)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BB97EC31-1624-5617-AB84-0289237AF3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3410526"/>
              </p:ext>
            </p:extLst>
          </p:nvPr>
        </p:nvGraphicFramePr>
        <p:xfrm>
          <a:off x="807722" y="1990976"/>
          <a:ext cx="10576558" cy="4175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69685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19">
            <a:extLst>
              <a:ext uri="{FF2B5EF4-FFF2-40B4-BE49-F238E27FC236}">
                <a16:creationId xmlns:a16="http://schemas.microsoft.com/office/drawing/2014/main" id="{E2366EBA-92FD-44AE-87A9-25E5135E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B437F5FC-01F7-4EB4-81E7-C27D917E9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123" name="Freeform 5">
              <a:extLst>
                <a:ext uri="{FF2B5EF4-FFF2-40B4-BE49-F238E27FC236}">
                  <a16:creationId xmlns:a16="http://schemas.microsoft.com/office/drawing/2014/main" id="{4B0CFF10-4805-4BFA-961B-1F60DAEB9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6">
              <a:extLst>
                <a:ext uri="{FF2B5EF4-FFF2-40B4-BE49-F238E27FC236}">
                  <a16:creationId xmlns:a16="http://schemas.microsoft.com/office/drawing/2014/main" id="{BE054536-C03E-4857-B4AE-D687A58F9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7">
              <a:extLst>
                <a:ext uri="{FF2B5EF4-FFF2-40B4-BE49-F238E27FC236}">
                  <a16:creationId xmlns:a16="http://schemas.microsoft.com/office/drawing/2014/main" id="{FE33E51C-23D8-43F5-98C4-A2ED2C4C9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8">
              <a:extLst>
                <a:ext uri="{FF2B5EF4-FFF2-40B4-BE49-F238E27FC236}">
                  <a16:creationId xmlns:a16="http://schemas.microsoft.com/office/drawing/2014/main" id="{89E18891-DEB2-4CFD-A907-2868B2A91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9">
              <a:extLst>
                <a:ext uri="{FF2B5EF4-FFF2-40B4-BE49-F238E27FC236}">
                  <a16:creationId xmlns:a16="http://schemas.microsoft.com/office/drawing/2014/main" id="{0002C1BB-DB60-4314-A2FC-203E54D94C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0">
              <a:extLst>
                <a:ext uri="{FF2B5EF4-FFF2-40B4-BE49-F238E27FC236}">
                  <a16:creationId xmlns:a16="http://schemas.microsoft.com/office/drawing/2014/main" id="{9B75BDFA-6D78-4FB1-9F21-5280855C49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1">
              <a:extLst>
                <a:ext uri="{FF2B5EF4-FFF2-40B4-BE49-F238E27FC236}">
                  <a16:creationId xmlns:a16="http://schemas.microsoft.com/office/drawing/2014/main" id="{0B632D6B-A327-41AB-BBCF-9A03AD2AB7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">
              <a:extLst>
                <a:ext uri="{FF2B5EF4-FFF2-40B4-BE49-F238E27FC236}">
                  <a16:creationId xmlns:a16="http://schemas.microsoft.com/office/drawing/2014/main" id="{F514BBC5-1736-4813-BECB-5A6B6738E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">
              <a:extLst>
                <a:ext uri="{FF2B5EF4-FFF2-40B4-BE49-F238E27FC236}">
                  <a16:creationId xmlns:a16="http://schemas.microsoft.com/office/drawing/2014/main" id="{94A2C868-7AEC-4209-BFA3-7185B11D33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4">
              <a:extLst>
                <a:ext uri="{FF2B5EF4-FFF2-40B4-BE49-F238E27FC236}">
                  <a16:creationId xmlns:a16="http://schemas.microsoft.com/office/drawing/2014/main" id="{FF56CB70-2B25-4695-ADC8-6092D0D11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5">
              <a:extLst>
                <a:ext uri="{FF2B5EF4-FFF2-40B4-BE49-F238E27FC236}">
                  <a16:creationId xmlns:a16="http://schemas.microsoft.com/office/drawing/2014/main" id="{BA411BEF-2182-4458-B9AF-1634B5C2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6">
              <a:extLst>
                <a:ext uri="{FF2B5EF4-FFF2-40B4-BE49-F238E27FC236}">
                  <a16:creationId xmlns:a16="http://schemas.microsoft.com/office/drawing/2014/main" id="{53F27E63-3F11-4C85-AC72-1EE8508C4C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7">
              <a:extLst>
                <a:ext uri="{FF2B5EF4-FFF2-40B4-BE49-F238E27FC236}">
                  <a16:creationId xmlns:a16="http://schemas.microsoft.com/office/drawing/2014/main" id="{68B589BA-F70F-4E0B-94B9-EEB83EDF3F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8">
              <a:extLst>
                <a:ext uri="{FF2B5EF4-FFF2-40B4-BE49-F238E27FC236}">
                  <a16:creationId xmlns:a16="http://schemas.microsoft.com/office/drawing/2014/main" id="{9D0B991D-CB0A-415F-8D77-A5565F66F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9">
              <a:extLst>
                <a:ext uri="{FF2B5EF4-FFF2-40B4-BE49-F238E27FC236}">
                  <a16:creationId xmlns:a16="http://schemas.microsoft.com/office/drawing/2014/main" id="{701E99DE-74F0-41D1-BBF4-5A57053BB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20">
              <a:extLst>
                <a:ext uri="{FF2B5EF4-FFF2-40B4-BE49-F238E27FC236}">
                  <a16:creationId xmlns:a16="http://schemas.microsoft.com/office/drawing/2014/main" id="{C02EE40A-8F17-4182-9495-9506463B79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bg1">
                  <a:alpha val="35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21">
              <a:extLst>
                <a:ext uri="{FF2B5EF4-FFF2-40B4-BE49-F238E27FC236}">
                  <a16:creationId xmlns:a16="http://schemas.microsoft.com/office/drawing/2014/main" id="{924210CA-0A35-4127-925F-D4084B7DC3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22">
              <a:extLst>
                <a:ext uri="{FF2B5EF4-FFF2-40B4-BE49-F238E27FC236}">
                  <a16:creationId xmlns:a16="http://schemas.microsoft.com/office/drawing/2014/main" id="{DC13CEF1-DD2D-474C-B81C-820CEF3D9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23">
              <a:extLst>
                <a:ext uri="{FF2B5EF4-FFF2-40B4-BE49-F238E27FC236}">
                  <a16:creationId xmlns:a16="http://schemas.microsoft.com/office/drawing/2014/main" id="{F889481A-8038-43E6-8EF1-A5F802CED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24">
              <a:extLst>
                <a:ext uri="{FF2B5EF4-FFF2-40B4-BE49-F238E27FC236}">
                  <a16:creationId xmlns:a16="http://schemas.microsoft.com/office/drawing/2014/main" id="{128BD14A-9093-4854-A73A-F666B2ED2D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25">
              <a:extLst>
                <a:ext uri="{FF2B5EF4-FFF2-40B4-BE49-F238E27FC236}">
                  <a16:creationId xmlns:a16="http://schemas.microsoft.com/office/drawing/2014/main" id="{22D884F4-76EC-4371-B903-E79CF191E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bg1">
                  <a:alpha val="35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 useBgFill="1">
        <p:nvSpPr>
          <p:cNvPr id="145" name="Rectangle 144">
            <a:extLst>
              <a:ext uri="{FF2B5EF4-FFF2-40B4-BE49-F238E27FC236}">
                <a16:creationId xmlns:a16="http://schemas.microsoft.com/office/drawing/2014/main" id="{7C462C46-EFB7-4580-9921-DFC346FC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23665" y="0"/>
            <a:ext cx="10268336" cy="68692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8AEEF8-386A-CD5E-4D49-19E726FF9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485" y="841375"/>
            <a:ext cx="6230857" cy="1230570"/>
          </a:xfrm>
        </p:spPr>
        <p:txBody>
          <a:bodyPr anchor="t">
            <a:normAutofit/>
          </a:bodyPr>
          <a:lstStyle/>
          <a:p>
            <a:pPr algn="l"/>
            <a:r>
              <a:rPr lang="en-US" sz="2800">
                <a:solidFill>
                  <a:schemeClr val="accent1"/>
                </a:solidFill>
              </a:rPr>
              <a:t>Nhiệm vụ 3 - Ánh xạ thực thể (Spring Data JPA Mapping)</a:t>
            </a:r>
          </a:p>
        </p:txBody>
      </p:sp>
      <p:sp>
        <p:nvSpPr>
          <p:cNvPr id="147" name="Isosceles Triangle 146">
            <a:extLst>
              <a:ext uri="{FF2B5EF4-FFF2-40B4-BE49-F238E27FC236}">
                <a16:creationId xmlns:a16="http://schemas.microsoft.com/office/drawing/2014/main" id="{B8B918B4-AB10-4E3A-916E-A9625586E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797903" y="954813"/>
            <a:ext cx="300774" cy="259288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15" name="Rectangle 1">
            <a:extLst>
              <a:ext uri="{FF2B5EF4-FFF2-40B4-BE49-F238E27FC236}">
                <a16:creationId xmlns:a16="http://schemas.microsoft.com/office/drawing/2014/main" id="{369E1411-1B0A-9AE8-183F-6422E1DBDB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880487" y="2249046"/>
            <a:ext cx="6123783" cy="380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Kết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nối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Thế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giới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Đối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tượng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(Java)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và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Thế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giới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Dữ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liệu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(SQL).</a:t>
            </a:r>
          </a:p>
          <a:p>
            <a:pPr marL="342900" marR="0" lvl="0" indent="-34290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Kỹ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thuật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triển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khai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Sử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dụng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Hibernate 6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đi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kèm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Spring Boot 4)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để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tự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động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tạo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bảng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Sử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dụng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các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Annotations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@Entity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@Id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@Table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 panose="020B0604020202020204" pitchFamily="34" charset="-128"/>
              </a:rPr>
              <a:t>@Column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.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Lợi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ích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Tự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động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hóa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quá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trình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tạo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bảng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(Auto-DDL),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giúp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lập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trình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viên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tập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trung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vào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logic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nghiệp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vụ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thay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vì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viết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lệnh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SQL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thủ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công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2240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F3C5918A-1DC5-4CF3-AA27-00AA3088A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B786683A-6FD6-4BF7-B3B0-DC39767739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274788" y="-15796"/>
            <a:ext cx="7911916" cy="6889592"/>
          </a:xfrm>
          <a:custGeom>
            <a:avLst/>
            <a:gdLst>
              <a:gd name="connsiteX0" fmla="*/ 1144064 w 7911916"/>
              <a:gd name="connsiteY0" fmla="*/ 0 h 6889592"/>
              <a:gd name="connsiteX1" fmla="*/ 7911916 w 7911916"/>
              <a:gd name="connsiteY1" fmla="*/ 0 h 6889592"/>
              <a:gd name="connsiteX2" fmla="*/ 7911916 w 7911916"/>
              <a:gd name="connsiteY2" fmla="*/ 6889592 h 6889592"/>
              <a:gd name="connsiteX3" fmla="*/ 1282780 w 7911916"/>
              <a:gd name="connsiteY3" fmla="*/ 6889592 h 6889592"/>
              <a:gd name="connsiteX4" fmla="*/ 1021588 w 7911916"/>
              <a:gd name="connsiteY4" fmla="*/ 6461391 h 6889592"/>
              <a:gd name="connsiteX5" fmla="*/ 841264 w 7911916"/>
              <a:gd name="connsiteY5" fmla="*/ 370936 h 6889592"/>
              <a:gd name="connsiteX6" fmla="*/ 1119707 w 7911916"/>
              <a:gd name="connsiteY6" fmla="*/ 26053 h 6889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911916" h="6889592">
                <a:moveTo>
                  <a:pt x="1144064" y="0"/>
                </a:moveTo>
                <a:lnTo>
                  <a:pt x="7911916" y="0"/>
                </a:lnTo>
                <a:lnTo>
                  <a:pt x="7911916" y="6889592"/>
                </a:lnTo>
                <a:lnTo>
                  <a:pt x="1282780" y="6889592"/>
                </a:lnTo>
                <a:lnTo>
                  <a:pt x="1021588" y="6461391"/>
                </a:lnTo>
                <a:cubicBezTo>
                  <a:pt x="-73086" y="4533675"/>
                  <a:pt x="-509682" y="2192905"/>
                  <a:pt x="841264" y="370936"/>
                </a:cubicBezTo>
                <a:cubicBezTo>
                  <a:pt x="928899" y="253509"/>
                  <a:pt x="1021859" y="138477"/>
                  <a:pt x="1119707" y="26053"/>
                </a:cubicBezTo>
                <a:close/>
              </a:path>
            </a:pathLst>
          </a:custGeom>
          <a:noFill/>
          <a:ln w="9525" cap="flat">
            <a:solidFill>
              <a:schemeClr val="tx1">
                <a:alpha val="1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5169E50-59FB-4AEE-B61D-44A882A4C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249750" y="-6726"/>
            <a:ext cx="5931659" cy="6871452"/>
          </a:xfrm>
          <a:custGeom>
            <a:avLst/>
            <a:gdLst>
              <a:gd name="connsiteX0" fmla="*/ 2429503 w 5931659"/>
              <a:gd name="connsiteY0" fmla="*/ 0 h 6871452"/>
              <a:gd name="connsiteX1" fmla="*/ 5931659 w 5931659"/>
              <a:gd name="connsiteY1" fmla="*/ 0 h 6871452"/>
              <a:gd name="connsiteX2" fmla="*/ 5931659 w 5931659"/>
              <a:gd name="connsiteY2" fmla="*/ 6871452 h 6871452"/>
              <a:gd name="connsiteX3" fmla="*/ 1302090 w 5931659"/>
              <a:gd name="connsiteY3" fmla="*/ 6871452 h 6871452"/>
              <a:gd name="connsiteX4" fmla="*/ 1257860 w 5931659"/>
              <a:gd name="connsiteY4" fmla="*/ 6820098 h 6871452"/>
              <a:gd name="connsiteX5" fmla="*/ 456609 w 5931659"/>
              <a:gd name="connsiteY5" fmla="*/ 1965059 h 6871452"/>
              <a:gd name="connsiteX6" fmla="*/ 2356353 w 5931659"/>
              <a:gd name="connsiteY6" fmla="*/ 42030 h 6871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31659" h="6871452">
                <a:moveTo>
                  <a:pt x="2429503" y="0"/>
                </a:moveTo>
                <a:lnTo>
                  <a:pt x="5931659" y="0"/>
                </a:lnTo>
                <a:lnTo>
                  <a:pt x="5931659" y="6871452"/>
                </a:lnTo>
                <a:lnTo>
                  <a:pt x="1302090" y="6871452"/>
                </a:lnTo>
                <a:lnTo>
                  <a:pt x="1257860" y="6820098"/>
                </a:lnTo>
                <a:cubicBezTo>
                  <a:pt x="121068" y="5395213"/>
                  <a:pt x="-469022" y="3541076"/>
                  <a:pt x="456609" y="1965059"/>
                </a:cubicBezTo>
                <a:cubicBezTo>
                  <a:pt x="919425" y="1178905"/>
                  <a:pt x="1583566" y="524859"/>
                  <a:pt x="2356353" y="42030"/>
                </a:cubicBezTo>
                <a:close/>
              </a:path>
            </a:pathLst>
          </a:custGeom>
          <a:noFill/>
          <a:ln w="9525" cap="flat">
            <a:solidFill>
              <a:schemeClr val="tx1">
                <a:alpha val="1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7C30F0-5A38-4B60-B632-3AF7C2780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5433528" y="-3116"/>
            <a:ext cx="6766974" cy="6864232"/>
          </a:xfrm>
          <a:custGeom>
            <a:avLst/>
            <a:gdLst>
              <a:gd name="connsiteX0" fmla="*/ 2135088 w 6766974"/>
              <a:gd name="connsiteY0" fmla="*/ 0 h 6864232"/>
              <a:gd name="connsiteX1" fmla="*/ 6766974 w 6766974"/>
              <a:gd name="connsiteY1" fmla="*/ 0 h 6864232"/>
              <a:gd name="connsiteX2" fmla="*/ 6766974 w 6766974"/>
              <a:gd name="connsiteY2" fmla="*/ 6864232 h 6864232"/>
              <a:gd name="connsiteX3" fmla="*/ 1128977 w 6766974"/>
              <a:gd name="connsiteY3" fmla="*/ 6864232 h 6864232"/>
              <a:gd name="connsiteX4" fmla="*/ 1004776 w 6766974"/>
              <a:gd name="connsiteY4" fmla="*/ 6687663 h 6864232"/>
              <a:gd name="connsiteX5" fmla="*/ 709736 w 6766974"/>
              <a:gd name="connsiteY5" fmla="*/ 1521351 h 6864232"/>
              <a:gd name="connsiteX6" fmla="*/ 1896284 w 6766974"/>
              <a:gd name="connsiteY6" fmla="*/ 197391 h 6864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66974" h="6864232">
                <a:moveTo>
                  <a:pt x="2135088" y="0"/>
                </a:moveTo>
                <a:lnTo>
                  <a:pt x="6766974" y="0"/>
                </a:lnTo>
                <a:lnTo>
                  <a:pt x="6766974" y="6864232"/>
                </a:lnTo>
                <a:lnTo>
                  <a:pt x="1128977" y="6864232"/>
                </a:lnTo>
                <a:lnTo>
                  <a:pt x="1004776" y="6687663"/>
                </a:lnTo>
                <a:cubicBezTo>
                  <a:pt x="-54053" y="5122098"/>
                  <a:pt x="-463081" y="3202457"/>
                  <a:pt x="709736" y="1521351"/>
                </a:cubicBezTo>
                <a:cubicBezTo>
                  <a:pt x="1045443" y="1039181"/>
                  <a:pt x="1446565" y="592246"/>
                  <a:pt x="1896284" y="197391"/>
                </a:cubicBezTo>
                <a:close/>
              </a:path>
            </a:pathLst>
          </a:custGeom>
          <a:noFill/>
          <a:ln w="9525" cap="flat">
            <a:solidFill>
              <a:schemeClr val="tx1">
                <a:alpha val="10000"/>
              </a:schemeClr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200CBA5-3F2B-4AAC-9F86-99AFECC19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36" y="0"/>
            <a:ext cx="5238864" cy="6858000"/>
          </a:xfrm>
          <a:custGeom>
            <a:avLst/>
            <a:gdLst>
              <a:gd name="connsiteX0" fmla="*/ 2829115 w 5238864"/>
              <a:gd name="connsiteY0" fmla="*/ 0 h 6864726"/>
              <a:gd name="connsiteX1" fmla="*/ 5238864 w 5238864"/>
              <a:gd name="connsiteY1" fmla="*/ 0 h 6864726"/>
              <a:gd name="connsiteX2" fmla="*/ 5238864 w 5238864"/>
              <a:gd name="connsiteY2" fmla="*/ 6864726 h 6864726"/>
              <a:gd name="connsiteX3" fmla="*/ 1518091 w 5238864"/>
              <a:gd name="connsiteY3" fmla="*/ 6864726 h 6864726"/>
              <a:gd name="connsiteX4" fmla="*/ 1435414 w 5238864"/>
              <a:gd name="connsiteY4" fmla="*/ 6778879 h 6864726"/>
              <a:gd name="connsiteX5" fmla="*/ 406006 w 5238864"/>
              <a:gd name="connsiteY5" fmla="*/ 2093910 h 6864726"/>
              <a:gd name="connsiteX6" fmla="*/ 2559142 w 5238864"/>
              <a:gd name="connsiteY6" fmla="*/ 124487 h 68647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38864" h="6864726">
                <a:moveTo>
                  <a:pt x="2829115" y="0"/>
                </a:moveTo>
                <a:lnTo>
                  <a:pt x="5238864" y="0"/>
                </a:lnTo>
                <a:lnTo>
                  <a:pt x="5238864" y="6864726"/>
                </a:lnTo>
                <a:lnTo>
                  <a:pt x="1518091" y="6864726"/>
                </a:lnTo>
                <a:lnTo>
                  <a:pt x="1435414" y="6778879"/>
                </a:lnTo>
                <a:cubicBezTo>
                  <a:pt x="226066" y="5476104"/>
                  <a:pt x="-499346" y="3635393"/>
                  <a:pt x="406006" y="2093910"/>
                </a:cubicBezTo>
                <a:cubicBezTo>
                  <a:pt x="907547" y="1241972"/>
                  <a:pt x="1674986" y="564513"/>
                  <a:pt x="2559142" y="12448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CF7A69-C403-018F-39EF-55695205B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928" y="1124998"/>
            <a:ext cx="3456122" cy="4589717"/>
          </a:xfrm>
        </p:spPr>
        <p:txBody>
          <a:bodyPr>
            <a:normAutofit/>
          </a:bodyPr>
          <a:lstStyle/>
          <a:p>
            <a:pPr algn="l"/>
            <a:r>
              <a:rPr lang="en-US" sz="4800"/>
              <a:t>TỔNG KẾT &amp; LỘ TRÌNH TUẦN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E4181-223F-0461-28D6-B40695A5A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577" y="794042"/>
            <a:ext cx="5427137" cy="5248622"/>
          </a:xfrm>
        </p:spPr>
        <p:txBody>
          <a:bodyPr>
            <a:normAutofit/>
          </a:bodyPr>
          <a:lstStyle/>
          <a:p>
            <a:r>
              <a:rPr lang="vi-VN" sz="1600" b="1" dirty="0"/>
              <a:t>Chủ đề:</a:t>
            </a:r>
            <a:r>
              <a:rPr lang="vi-VN" sz="1600" dirty="0"/>
              <a:t> Hoàn tất nền tảng - Sẵn sàng cho Nghiệp vụ.</a:t>
            </a:r>
          </a:p>
          <a:p>
            <a:pPr lvl="1"/>
            <a:r>
              <a:rPr lang="vi-VN" b="1" dirty="0"/>
              <a:t>Kết quả đạt được:</a:t>
            </a:r>
            <a:endParaRPr lang="vi-VN" dirty="0"/>
          </a:p>
          <a:p>
            <a:pPr lvl="2"/>
            <a:r>
              <a:rPr lang="vi-VN" sz="1600" dirty="0"/>
              <a:t>Cơ sở dữ liệu ổn định, chuẩn hóa cao.</a:t>
            </a:r>
          </a:p>
          <a:p>
            <a:pPr lvl="2"/>
            <a:r>
              <a:rPr lang="vi-VN" sz="1600" dirty="0"/>
              <a:t>Kết nối thành công Database với Backend.</a:t>
            </a:r>
          </a:p>
          <a:p>
            <a:pPr lvl="1"/>
            <a:r>
              <a:rPr lang="vi-VN" b="1" dirty="0"/>
              <a:t>Mục tiêu tuần 3:</a:t>
            </a:r>
            <a:r>
              <a:rPr lang="vi-VN" dirty="0"/>
              <a:t> Xây dựng hệ thống API đầu tiên (RESTful API) cho danh mục sản phẩm.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5165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tlas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Custom 3">
      <a:majorFont>
        <a:latin typeface="Consolas"/>
        <a:ea typeface=""/>
        <a:cs typeface=""/>
      </a:majorFont>
      <a:minorFont>
        <a:latin typeface="Calibri"/>
        <a:ea typeface=""/>
        <a:cs typeface=""/>
      </a:minorFont>
    </a:fontScheme>
    <a:fmtScheme name="Riblet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/>
          </a:solidFill>
          <a:prstDash val="solid"/>
        </a:ln>
        <a:ln w="58420" cap="flat" cmpd="thickThin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27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l"/>
          </a:scene3d>
          <a:sp3d prstMaterial="flat">
            <a:bevelT w="31750" h="63500" prst="riblet"/>
          </a:sp3d>
        </a:effectStyle>
        <a:effectStyle>
          <a:effectLst>
            <a:outerShdw blurRad="50800" dist="38100" dir="27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l"/>
          </a:scene3d>
          <a:sp3d prstMaterial="flat">
            <a:bevelT w="57150" h="114300" prst="riblet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Atlas</Template>
  <TotalTime>658</TotalTime>
  <Words>548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 Unicode MS</vt:lpstr>
      <vt:lpstr>ADLaM Display</vt:lpstr>
      <vt:lpstr>Arial</vt:lpstr>
      <vt:lpstr>Calibri</vt:lpstr>
      <vt:lpstr>Consolas</vt:lpstr>
      <vt:lpstr>Wingdings</vt:lpstr>
      <vt:lpstr>Atlas</vt:lpstr>
      <vt:lpstr>Thiết kế và xây dựng hệ thống lưu trữ dữ liệu cho dự án SmartFashion ERP</vt:lpstr>
      <vt:lpstr>Nhiệm vụ 1 - Thiết kế sơ đồ thực thể (ERD Design)</vt:lpstr>
      <vt:lpstr>ERD CỐT LÕI – GIẢI QUYẾT BÀI TOÁN BIẾN THỂ (SIZE 8X)</vt:lpstr>
      <vt:lpstr>PowerPoint Presentation</vt:lpstr>
      <vt:lpstr>ERD TỔNG QUÁT – HỆ SINH THÁI AI &amp; DỊCH VỤ THỢ MAY</vt:lpstr>
      <vt:lpstr>PowerPoint Presentation</vt:lpstr>
      <vt:lpstr>THỰC THI KỸ THUẬT (JPA MAPPING &amp; MYSQL)</vt:lpstr>
      <vt:lpstr>Nhiệm vụ 3 - Ánh xạ thực thể (Spring Data JPA Mapping)</vt:lpstr>
      <vt:lpstr>TỔNG KẾT &amp; LỘ TRÌNH TUẦN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Sok Kim</dc:creator>
  <cp:lastModifiedBy>Thanh Sok Kim</cp:lastModifiedBy>
  <cp:revision>20</cp:revision>
  <dcterms:created xsi:type="dcterms:W3CDTF">2026-01-26T02:44:46Z</dcterms:created>
  <dcterms:modified xsi:type="dcterms:W3CDTF">2026-01-28T15:12:41Z</dcterms:modified>
</cp:coreProperties>
</file>